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56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096BC-F697-49D8-A7FF-39B8C2793CC3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9B4E9-F8FD-43F2-A6C1-64D8558F78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865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9B4E9-F8FD-43F2-A6C1-64D8558F78B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472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A613B-19B0-E9F9-EE84-00CB7BE90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47DCC3-D617-E9B1-8D39-1418CD89A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227066-08FF-516D-2161-37A6DF8D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7906E5-7DF4-AD2B-E323-2824C1AA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FBA495-6B42-1C76-2386-4C83C028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052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954A0-3DC0-EE5D-85D1-8F9DC08F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108554-EB8E-D1E4-50EF-646CBDB56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1EBFBA-02F8-6BE5-B24C-05D2CB12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D6F7EA-00BD-D3B8-9216-DC2587D0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75AA9-5216-A3A2-E10E-DAD4EC0B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20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3D6A3-B5C5-1EB9-273F-416B4D91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E76960-D74E-5CB7-696B-8CA1AB980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C5FCDF-7011-3A81-123C-ADD0762E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57AC0-96E3-FDE6-13B3-1C508D7C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AB207-6BF6-2F5D-FEE2-AC9A2420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432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78DF4-5ADD-DF7E-6F67-9FB073D9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7C4D9F-FA60-DAA4-249E-E63179A12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AFB4C-236C-670A-2506-63B078EA6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7FF15A-789D-DD63-4BE7-764E6D88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E6252D-F257-8538-6DA3-F9CD576A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184EE0-EBC2-55F9-FC77-CBB73DE0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906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3309D-89D5-CD42-F2DD-E2D0A8E0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7C3BB3-A863-52A6-D2C4-940A51E03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AA5992-49ED-9D0A-9379-B75FC93AE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376195-A9AB-E100-400C-1CD414F4A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461017-8C08-C7B0-D485-63E95E37B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3A9A41-C311-CFA3-ECA3-0ABF6B0A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FA2670-38AA-1E7D-5C60-C8D51D04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F730B5-64AE-98A3-7E1C-C2B9F716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712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EA7EF-E69E-0418-5100-C6EBDAC5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F4FE12-9667-85ED-210A-D75986EB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324C94-B540-0E8A-7C81-72BCA31E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21BC74-7590-2311-5B69-C7D880D2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013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E8796C-6DFD-64B5-B6C4-717CF198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8B98C8-056E-AC56-8AC5-228A4670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579B7C-DC62-C299-A98B-23A9FC59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40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C50F9-9BCB-AE19-1619-8AA7730C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99A998-010A-C2E4-517F-581A6880F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123D0F-F72A-E678-55A3-A76E6B7D0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601A06-9933-583E-C85D-AEA4F5FC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5FB331-9D51-C630-696B-56FA09FF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3CF9B3-F769-56C1-AFC9-E956E1FB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74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691B0-70BB-90D8-CB1D-B03A0970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F2ABE5-5A26-53EB-9F44-2535DC52B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FBE58D-312C-5194-DB14-A9DA69268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F40CE0-29A4-3F16-AD65-212A21E5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2C08D2-C5CF-FF64-E986-7A3F5080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410BF0-BE14-0DE5-7D17-8620BFF6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88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9704F-B374-4D44-DA91-EC865DD6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C1D3E8-616F-1F3F-4AE8-C6D74AC9A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7F20F6-A79F-D405-A571-3398E03F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6D4B78-4882-84C9-32CC-71EFE97B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491762-A8A1-B603-D062-080A498B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042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0B0B94-FCAC-6BF6-5540-36B349DC1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2E867F-469B-0058-E442-B9FF63DF1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51070-B515-7996-F480-417B5EF1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F35879-6449-39C0-73CC-F71A0EF1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F4E647-09FF-3C3D-A959-60A4BEAF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562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35D847-ABEF-021A-BD1A-53B4EE1F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EFEED6-0591-2ED9-2BA7-58ACF3F7A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ECE3F-5198-937C-E1C0-421BCFD51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E5D84-E47F-410B-B1B7-846D371AC155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61AC50-B90F-F244-7BCA-F2BC5B37E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B79134-F851-FFBB-9A15-263619B5B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2D3FD-A218-4F07-A4B5-C743F109C4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40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duinojson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leary/JSON-jav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A88287-B12C-917A-23DB-CE94C9A8D854}"/>
              </a:ext>
            </a:extLst>
          </p:cNvPr>
          <p:cNvSpPr txBox="1"/>
          <p:nvPr/>
        </p:nvSpPr>
        <p:spPr>
          <a:xfrm>
            <a:off x="540774" y="461432"/>
            <a:ext cx="49357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800" b="1" dirty="0"/>
              <a:t>JSON</a:t>
            </a:r>
            <a:endParaRPr lang="es-MX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7F02E2-AF23-1180-3916-2AE623CC264D}"/>
              </a:ext>
            </a:extLst>
          </p:cNvPr>
          <p:cNvSpPr txBox="1"/>
          <p:nvPr/>
        </p:nvSpPr>
        <p:spPr>
          <a:xfrm>
            <a:off x="5476568" y="1107763"/>
            <a:ext cx="5338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JSON hace referencia al formato/forma de escritura de un texto en particular utilizado comúnmente para el intercambio de datos.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BC2406-A8F3-609F-00E1-D31AAAD20069}"/>
              </a:ext>
            </a:extLst>
          </p:cNvPr>
          <p:cNvSpPr txBox="1"/>
          <p:nvPr/>
        </p:nvSpPr>
        <p:spPr>
          <a:xfrm>
            <a:off x="803788" y="3046756"/>
            <a:ext cx="63073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{</a:t>
            </a:r>
          </a:p>
          <a:p>
            <a:pPr lvl="1"/>
            <a:r>
              <a:rPr lang="en-US" sz="3200" dirty="0"/>
              <a:t> "name" 	: "Jaxon", </a:t>
            </a:r>
          </a:p>
          <a:p>
            <a:pPr lvl="1"/>
            <a:r>
              <a:rPr lang="en-US" sz="3200" dirty="0"/>
              <a:t> "age" 		: 42, </a:t>
            </a:r>
          </a:p>
          <a:p>
            <a:pPr lvl="1"/>
            <a:r>
              <a:rPr lang="en-US" sz="3200" dirty="0"/>
              <a:t> "Works At" 	: "Tech News"</a:t>
            </a:r>
          </a:p>
          <a:p>
            <a:r>
              <a:rPr lang="en-US" sz="3200" dirty="0"/>
              <a:t>}</a:t>
            </a:r>
            <a:endParaRPr lang="es-MX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4AE0FA1-1907-ABD0-BF98-9B829F3AAFCD}"/>
              </a:ext>
            </a:extLst>
          </p:cNvPr>
          <p:cNvSpPr txBox="1"/>
          <p:nvPr/>
        </p:nvSpPr>
        <p:spPr>
          <a:xfrm>
            <a:off x="1533832" y="2707604"/>
            <a:ext cx="147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CLAVES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DC6C75-6188-D9A0-972C-0A6ED3025A41}"/>
              </a:ext>
            </a:extLst>
          </p:cNvPr>
          <p:cNvSpPr txBox="1"/>
          <p:nvPr/>
        </p:nvSpPr>
        <p:spPr>
          <a:xfrm>
            <a:off x="3738715" y="2677424"/>
            <a:ext cx="199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VALORES/DATO</a:t>
            </a:r>
          </a:p>
        </p:txBody>
      </p:sp>
    </p:spTree>
    <p:extLst>
      <p:ext uri="{BB962C8B-B14F-4D97-AF65-F5344CB8AC3E}">
        <p14:creationId xmlns:p14="http://schemas.microsoft.com/office/powerpoint/2010/main" val="397622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CEDE1F-B35D-387B-06FC-103F42C3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582555"/>
            <a:ext cx="11002297" cy="541296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51487F2-FF41-936A-FC2F-77218DCFB78A}"/>
              </a:ext>
            </a:extLst>
          </p:cNvPr>
          <p:cNvSpPr txBox="1"/>
          <p:nvPr/>
        </p:nvSpPr>
        <p:spPr>
          <a:xfrm>
            <a:off x="1543665" y="62754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hlinkClick r:id="rId3"/>
              </a:rPr>
              <a:t>https://arduinojson.org/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16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58AAFB-471A-7C82-5810-CBBBB3F7A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14" y="305833"/>
            <a:ext cx="5649683" cy="5776973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F7BD4F2-E6E3-636D-08E5-13DFE57833CE}"/>
              </a:ext>
            </a:extLst>
          </p:cNvPr>
          <p:cNvCxnSpPr/>
          <p:nvPr/>
        </p:nvCxnSpPr>
        <p:spPr>
          <a:xfrm flipH="1">
            <a:off x="2998839" y="2379407"/>
            <a:ext cx="5250426" cy="14355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6742E8A-A065-0DE0-51DB-36811207D7DE}"/>
              </a:ext>
            </a:extLst>
          </p:cNvPr>
          <p:cNvSpPr txBox="1"/>
          <p:nvPr/>
        </p:nvSpPr>
        <p:spPr>
          <a:xfrm>
            <a:off x="3569109" y="2598003"/>
            <a:ext cx="5240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ENVIAR DATOS</a:t>
            </a:r>
          </a:p>
        </p:txBody>
      </p:sp>
    </p:spTree>
    <p:extLst>
      <p:ext uri="{BB962C8B-B14F-4D97-AF65-F5344CB8AC3E}">
        <p14:creationId xmlns:p14="http://schemas.microsoft.com/office/powerpoint/2010/main" val="155465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AA1D17B-F92C-F5CD-4022-9BE812D05724}"/>
              </a:ext>
            </a:extLst>
          </p:cNvPr>
          <p:cNvSpPr txBox="1"/>
          <p:nvPr/>
        </p:nvSpPr>
        <p:spPr>
          <a:xfrm>
            <a:off x="1194619" y="2305615"/>
            <a:ext cx="96061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{</a:t>
            </a:r>
          </a:p>
          <a:p>
            <a:r>
              <a:rPr lang="en-US" sz="2800" dirty="0"/>
              <a:t>	"sensor“	:	"</a:t>
            </a:r>
            <a:r>
              <a:rPr lang="en-US" sz="2800" dirty="0" err="1"/>
              <a:t>gps</a:t>
            </a:r>
            <a:r>
              <a:rPr lang="en-US" sz="2800" dirty="0"/>
              <a:t>",</a:t>
            </a:r>
          </a:p>
          <a:p>
            <a:r>
              <a:rPr lang="en-US" sz="2800" dirty="0"/>
              <a:t>	"time“	:	1351824120,</a:t>
            </a:r>
          </a:p>
          <a:p>
            <a:r>
              <a:rPr lang="en-US" sz="2800" dirty="0"/>
              <a:t>	"data“	:	[48.75608,2.302038]</a:t>
            </a:r>
          </a:p>
          <a:p>
            <a:r>
              <a:rPr lang="en-US" sz="2800" dirty="0"/>
              <a:t>}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72114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7E989EA0-844A-C7B4-F984-ABE93386B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10" y="43162"/>
            <a:ext cx="4335190" cy="677167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24ED966-2330-0442-E595-5DEAD06A9426}"/>
              </a:ext>
            </a:extLst>
          </p:cNvPr>
          <p:cNvCxnSpPr>
            <a:cxnSpLocks/>
          </p:cNvCxnSpPr>
          <p:nvPr/>
        </p:nvCxnSpPr>
        <p:spPr>
          <a:xfrm flipH="1">
            <a:off x="3923071" y="235974"/>
            <a:ext cx="3460955" cy="786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8C1F0C2-0204-09F0-A265-C638EFDC5AF8}"/>
              </a:ext>
            </a:extLst>
          </p:cNvPr>
          <p:cNvSpPr txBox="1"/>
          <p:nvPr/>
        </p:nvSpPr>
        <p:spPr>
          <a:xfrm>
            <a:off x="7452852" y="108155"/>
            <a:ext cx="2959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Importo la librería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0179D2-39C5-CA46-B613-C7FA8D284F57}"/>
              </a:ext>
            </a:extLst>
          </p:cNvPr>
          <p:cNvSpPr txBox="1"/>
          <p:nvPr/>
        </p:nvSpPr>
        <p:spPr>
          <a:xfrm>
            <a:off x="6858000" y="2158181"/>
            <a:ext cx="51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Creo una variable para guardar el texto/</a:t>
            </a:r>
            <a:r>
              <a:rPr lang="es-MX" dirty="0" err="1"/>
              <a:t>json</a:t>
            </a:r>
            <a:endParaRPr lang="es-MX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C2488A8-7DA3-4543-F382-01276D95D6E0}"/>
              </a:ext>
            </a:extLst>
          </p:cNvPr>
          <p:cNvCxnSpPr>
            <a:cxnSpLocks/>
          </p:cNvCxnSpPr>
          <p:nvPr/>
        </p:nvCxnSpPr>
        <p:spPr>
          <a:xfrm flipH="1">
            <a:off x="3397045" y="2412296"/>
            <a:ext cx="3460955" cy="786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BEEF71AF-E3BD-D42A-0E6A-2CE246BF9C24}"/>
              </a:ext>
            </a:extLst>
          </p:cNvPr>
          <p:cNvSpPr/>
          <p:nvPr/>
        </p:nvSpPr>
        <p:spPr>
          <a:xfrm>
            <a:off x="4685334" y="3298723"/>
            <a:ext cx="2792361" cy="1213662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A27B0E-F96A-C16D-775F-37A4AC9E704F}"/>
              </a:ext>
            </a:extLst>
          </p:cNvPr>
          <p:cNvSpPr txBox="1"/>
          <p:nvPr/>
        </p:nvSpPr>
        <p:spPr>
          <a:xfrm>
            <a:off x="7384026" y="3559277"/>
            <a:ext cx="279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Armo mi JSON/TEXTO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D47A177-3177-3000-3D50-D91A1D9A5F8B}"/>
              </a:ext>
            </a:extLst>
          </p:cNvPr>
          <p:cNvCxnSpPr>
            <a:cxnSpLocks/>
          </p:cNvCxnSpPr>
          <p:nvPr/>
        </p:nvCxnSpPr>
        <p:spPr>
          <a:xfrm flipH="1">
            <a:off x="4697493" y="4865443"/>
            <a:ext cx="3460955" cy="786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427F4D9-62FA-4DC2-EA50-692772DBB930}"/>
              </a:ext>
            </a:extLst>
          </p:cNvPr>
          <p:cNvSpPr txBox="1"/>
          <p:nvPr/>
        </p:nvSpPr>
        <p:spPr>
          <a:xfrm>
            <a:off x="8168280" y="4542277"/>
            <a:ext cx="2792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Envio</a:t>
            </a:r>
            <a:r>
              <a:rPr lang="es-MX" dirty="0"/>
              <a:t> el JSON por el puerto serial </a:t>
            </a:r>
          </a:p>
        </p:txBody>
      </p:sp>
    </p:spTree>
    <p:extLst>
      <p:ext uri="{BB962C8B-B14F-4D97-AF65-F5344CB8AC3E}">
        <p14:creationId xmlns:p14="http://schemas.microsoft.com/office/powerpoint/2010/main" val="94124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C037234-5D91-0731-721E-2FDDCBC652D5}"/>
              </a:ext>
            </a:extLst>
          </p:cNvPr>
          <p:cNvSpPr txBox="1"/>
          <p:nvPr/>
        </p:nvSpPr>
        <p:spPr>
          <a:xfrm>
            <a:off x="1848464" y="221103"/>
            <a:ext cx="680392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#include &lt;</a:t>
            </a:r>
            <a:r>
              <a:rPr lang="es-MX" dirty="0" err="1"/>
              <a:t>ArduinoJson.h</a:t>
            </a:r>
            <a:r>
              <a:rPr lang="es-MX" dirty="0"/>
              <a:t>&gt;</a:t>
            </a:r>
          </a:p>
          <a:p>
            <a:endParaRPr lang="es-MX" dirty="0"/>
          </a:p>
          <a:p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setup</a:t>
            </a:r>
            <a:r>
              <a:rPr lang="es-MX" dirty="0"/>
              <a:t>() {</a:t>
            </a:r>
          </a:p>
          <a:p>
            <a:r>
              <a:rPr lang="es-MX" dirty="0"/>
              <a:t>  </a:t>
            </a:r>
            <a:r>
              <a:rPr lang="es-MX" dirty="0" err="1"/>
              <a:t>Serial.begin</a:t>
            </a:r>
            <a:r>
              <a:rPr lang="es-MX" dirty="0"/>
              <a:t>(9600);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 err="1"/>
              <a:t>JsonDocument</a:t>
            </a:r>
            <a:r>
              <a:rPr lang="es-MX" dirty="0"/>
              <a:t> </a:t>
            </a:r>
            <a:r>
              <a:rPr lang="es-MX" dirty="0" err="1"/>
              <a:t>json</a:t>
            </a:r>
            <a:r>
              <a:rPr lang="es-MX" dirty="0"/>
              <a:t>;</a:t>
            </a:r>
          </a:p>
          <a:p>
            <a:endParaRPr lang="es-MX" dirty="0"/>
          </a:p>
          <a:p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loop</a:t>
            </a:r>
            <a:r>
              <a:rPr lang="es-MX" dirty="0"/>
              <a:t>() {</a:t>
            </a:r>
          </a:p>
          <a:p>
            <a:r>
              <a:rPr lang="es-MX" dirty="0"/>
              <a:t>   </a:t>
            </a:r>
            <a:r>
              <a:rPr lang="es-MX" dirty="0" err="1"/>
              <a:t>json</a:t>
            </a:r>
            <a:r>
              <a:rPr lang="es-MX" dirty="0"/>
              <a:t>["sensor"] = "</a:t>
            </a:r>
            <a:r>
              <a:rPr lang="es-MX" dirty="0" err="1"/>
              <a:t>gps</a:t>
            </a:r>
            <a:r>
              <a:rPr lang="es-MX" dirty="0"/>
              <a:t>";</a:t>
            </a:r>
          </a:p>
          <a:p>
            <a:r>
              <a:rPr lang="es-MX" dirty="0"/>
              <a:t>   </a:t>
            </a:r>
            <a:r>
              <a:rPr lang="es-MX" dirty="0" err="1"/>
              <a:t>json</a:t>
            </a:r>
            <a:r>
              <a:rPr lang="es-MX" dirty="0"/>
              <a:t>["time"] = 1351824120;</a:t>
            </a:r>
          </a:p>
          <a:p>
            <a:r>
              <a:rPr lang="es-MX" dirty="0"/>
              <a:t>   </a:t>
            </a:r>
            <a:r>
              <a:rPr lang="es-MX" dirty="0" err="1"/>
              <a:t>json</a:t>
            </a:r>
            <a:r>
              <a:rPr lang="es-MX" dirty="0"/>
              <a:t>["data"][0] = 48.756080;</a:t>
            </a:r>
          </a:p>
          <a:p>
            <a:r>
              <a:rPr lang="es-MX" dirty="0"/>
              <a:t>   </a:t>
            </a:r>
            <a:r>
              <a:rPr lang="es-MX" dirty="0" err="1"/>
              <a:t>json</a:t>
            </a:r>
            <a:r>
              <a:rPr lang="es-MX" dirty="0"/>
              <a:t>["data"][1] = 2.302038;</a:t>
            </a:r>
          </a:p>
          <a:p>
            <a:endParaRPr lang="es-MX" dirty="0"/>
          </a:p>
          <a:p>
            <a:r>
              <a:rPr lang="es-MX" dirty="0"/>
              <a:t>   </a:t>
            </a:r>
            <a:r>
              <a:rPr lang="es-MX" dirty="0" err="1"/>
              <a:t>serializeJson</a:t>
            </a:r>
            <a:r>
              <a:rPr lang="es-MX" dirty="0"/>
              <a:t>(</a:t>
            </a:r>
            <a:r>
              <a:rPr lang="es-MX" dirty="0" err="1"/>
              <a:t>json</a:t>
            </a:r>
            <a:r>
              <a:rPr lang="es-MX" dirty="0"/>
              <a:t>, Serial);</a:t>
            </a:r>
          </a:p>
          <a:p>
            <a:r>
              <a:rPr lang="es-MX" dirty="0"/>
              <a:t>   </a:t>
            </a:r>
            <a:r>
              <a:rPr lang="es-MX" dirty="0" err="1"/>
              <a:t>Serial.print</a:t>
            </a:r>
            <a:r>
              <a:rPr lang="es-MX" dirty="0"/>
              <a:t>("*");</a:t>
            </a:r>
          </a:p>
          <a:p>
            <a:endParaRPr lang="es-MX" dirty="0"/>
          </a:p>
          <a:p>
            <a:r>
              <a:rPr lang="es-MX" dirty="0"/>
              <a:t>   </a:t>
            </a:r>
            <a:r>
              <a:rPr lang="es-MX" dirty="0" err="1"/>
              <a:t>delay</a:t>
            </a:r>
            <a:r>
              <a:rPr lang="es-MX" dirty="0"/>
              <a:t>(5000);</a:t>
            </a:r>
          </a:p>
          <a:p>
            <a:endParaRPr lang="es-MX" dirty="0"/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9462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1A07299-3651-E706-23BE-B68937AA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33" y="3584211"/>
            <a:ext cx="10948403" cy="55271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2DAE3D-466A-5434-F5DF-85C77E3A614C}"/>
              </a:ext>
            </a:extLst>
          </p:cNvPr>
          <p:cNvSpPr txBox="1"/>
          <p:nvPr/>
        </p:nvSpPr>
        <p:spPr>
          <a:xfrm>
            <a:off x="1052052" y="2045110"/>
            <a:ext cx="771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 esta forma sobre nuestro monitor serial podremos observar que la información pasa a enviar datos cada 5 segundos.</a:t>
            </a:r>
          </a:p>
        </p:txBody>
      </p:sp>
    </p:spTree>
    <p:extLst>
      <p:ext uri="{BB962C8B-B14F-4D97-AF65-F5344CB8AC3E}">
        <p14:creationId xmlns:p14="http://schemas.microsoft.com/office/powerpoint/2010/main" val="240480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F8369D6-24FF-2F81-026E-2186EA58A990}"/>
              </a:ext>
            </a:extLst>
          </p:cNvPr>
          <p:cNvSpPr txBox="1"/>
          <p:nvPr/>
        </p:nvSpPr>
        <p:spPr>
          <a:xfrm>
            <a:off x="2163098" y="3085524"/>
            <a:ext cx="7502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RECEPCIÓN DE DATOS</a:t>
            </a:r>
          </a:p>
        </p:txBody>
      </p:sp>
    </p:spTree>
    <p:extLst>
      <p:ext uri="{BB962C8B-B14F-4D97-AF65-F5344CB8AC3E}">
        <p14:creationId xmlns:p14="http://schemas.microsoft.com/office/powerpoint/2010/main" val="224486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B0814D-02D0-BB4A-D9FE-7F8B1ABA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4" y="200450"/>
            <a:ext cx="5544992" cy="6507843"/>
          </a:xfrm>
          <a:prstGeom prst="rect">
            <a:avLst/>
          </a:prstGeom>
        </p:spPr>
      </p:pic>
      <p:sp>
        <p:nvSpPr>
          <p:cNvPr id="7" name="Cerrar llave 6">
            <a:extLst>
              <a:ext uri="{FF2B5EF4-FFF2-40B4-BE49-F238E27FC236}">
                <a16:creationId xmlns:a16="http://schemas.microsoft.com/office/drawing/2014/main" id="{94E188AD-EEB4-81DB-A2C8-C49193AF55D5}"/>
              </a:ext>
            </a:extLst>
          </p:cNvPr>
          <p:cNvSpPr/>
          <p:nvPr/>
        </p:nvSpPr>
        <p:spPr>
          <a:xfrm>
            <a:off x="4650660" y="2035278"/>
            <a:ext cx="1809136" cy="875072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BFF546-517B-C02B-CD29-E4EE835AF6AC}"/>
              </a:ext>
            </a:extLst>
          </p:cNvPr>
          <p:cNvSpPr txBox="1"/>
          <p:nvPr/>
        </p:nvSpPr>
        <p:spPr>
          <a:xfrm>
            <a:off x="6597445" y="2217174"/>
            <a:ext cx="36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Extracción de datos.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15C3DC33-EC0A-5362-A6AC-075197EB95EF}"/>
              </a:ext>
            </a:extLst>
          </p:cNvPr>
          <p:cNvCxnSpPr/>
          <p:nvPr/>
        </p:nvCxnSpPr>
        <p:spPr>
          <a:xfrm flipH="1">
            <a:off x="3854248" y="1740310"/>
            <a:ext cx="2605548" cy="9832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710EA6-FA00-E86D-9E23-3014C2B4AC11}"/>
              </a:ext>
            </a:extLst>
          </p:cNvPr>
          <p:cNvSpPr txBox="1"/>
          <p:nvPr/>
        </p:nvSpPr>
        <p:spPr>
          <a:xfrm>
            <a:off x="6459796" y="1388947"/>
            <a:ext cx="5712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Convertivos</a:t>
            </a:r>
            <a:r>
              <a:rPr lang="es-MX" dirty="0"/>
              <a:t> los datos recibidos a un </a:t>
            </a:r>
            <a:r>
              <a:rPr lang="es-MX" dirty="0" err="1"/>
              <a:t>json</a:t>
            </a:r>
            <a:r>
              <a:rPr lang="es-MX" dirty="0"/>
              <a:t> procesable por Arduino.</a:t>
            </a: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352608B6-F1EE-C368-0F81-3383E3B65AF6}"/>
              </a:ext>
            </a:extLst>
          </p:cNvPr>
          <p:cNvSpPr/>
          <p:nvPr/>
        </p:nvSpPr>
        <p:spPr>
          <a:xfrm>
            <a:off x="3726426" y="3146323"/>
            <a:ext cx="3274142" cy="3126658"/>
          </a:xfrm>
          <a:prstGeom prst="rightBrace">
            <a:avLst>
              <a:gd name="adj1" fmla="val 8333"/>
              <a:gd name="adj2" fmla="val 52830"/>
            </a:avLst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7F1D58-5859-1182-AD6B-6DFCC038056E}"/>
              </a:ext>
            </a:extLst>
          </p:cNvPr>
          <p:cNvSpPr txBox="1"/>
          <p:nvPr/>
        </p:nvSpPr>
        <p:spPr>
          <a:xfrm>
            <a:off x="7009999" y="4591665"/>
            <a:ext cx="353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Operaciónes</a:t>
            </a:r>
            <a:endParaRPr lang="es-MX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841CFE4-609C-9E93-3710-DD62C08206A6}"/>
              </a:ext>
            </a:extLst>
          </p:cNvPr>
          <p:cNvCxnSpPr>
            <a:cxnSpLocks/>
          </p:cNvCxnSpPr>
          <p:nvPr/>
        </p:nvCxnSpPr>
        <p:spPr>
          <a:xfrm flipH="1" flipV="1">
            <a:off x="2172929" y="393290"/>
            <a:ext cx="5171768" cy="393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2078DC8-8FA1-B757-BE47-3B764BF0DCD0}"/>
              </a:ext>
            </a:extLst>
          </p:cNvPr>
          <p:cNvSpPr txBox="1"/>
          <p:nvPr/>
        </p:nvSpPr>
        <p:spPr>
          <a:xfrm>
            <a:off x="7413523" y="268069"/>
            <a:ext cx="336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Variable para guardar el JSON.</a:t>
            </a:r>
          </a:p>
        </p:txBody>
      </p:sp>
    </p:spTree>
    <p:extLst>
      <p:ext uri="{BB962C8B-B14F-4D97-AF65-F5344CB8AC3E}">
        <p14:creationId xmlns:p14="http://schemas.microsoft.com/office/powerpoint/2010/main" val="763054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4BF3838B-95D6-29AC-A898-B56461255CF0}"/>
              </a:ext>
            </a:extLst>
          </p:cNvPr>
          <p:cNvSpPr txBox="1"/>
          <p:nvPr/>
        </p:nvSpPr>
        <p:spPr>
          <a:xfrm>
            <a:off x="1229032" y="674400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dirty="0"/>
              <a:t>#include &lt;</a:t>
            </a:r>
            <a:r>
              <a:rPr lang="es-MX" sz="1100" dirty="0" err="1"/>
              <a:t>ArduinoJson.h</a:t>
            </a:r>
            <a:r>
              <a:rPr lang="es-MX" sz="1100" dirty="0"/>
              <a:t>&gt;</a:t>
            </a:r>
          </a:p>
          <a:p>
            <a:endParaRPr lang="es-MX" sz="1100" dirty="0"/>
          </a:p>
          <a:p>
            <a:r>
              <a:rPr lang="es-MX" sz="1100" dirty="0" err="1"/>
              <a:t>void</a:t>
            </a:r>
            <a:r>
              <a:rPr lang="es-MX" sz="1100" dirty="0"/>
              <a:t> </a:t>
            </a:r>
            <a:r>
              <a:rPr lang="es-MX" sz="1100" dirty="0" err="1"/>
              <a:t>setup</a:t>
            </a:r>
            <a:r>
              <a:rPr lang="es-MX" sz="1100" dirty="0"/>
              <a:t>() {</a:t>
            </a:r>
          </a:p>
          <a:p>
            <a:r>
              <a:rPr lang="es-MX" sz="1100" dirty="0"/>
              <a:t>  </a:t>
            </a:r>
            <a:r>
              <a:rPr lang="es-MX" sz="1100" dirty="0" err="1"/>
              <a:t>Serial.begin</a:t>
            </a:r>
            <a:r>
              <a:rPr lang="es-MX" sz="1100" dirty="0"/>
              <a:t>(9600);</a:t>
            </a:r>
          </a:p>
          <a:p>
            <a:r>
              <a:rPr lang="es-MX" sz="1100" dirty="0"/>
              <a:t>}</a:t>
            </a:r>
          </a:p>
          <a:p>
            <a:endParaRPr lang="es-MX" sz="1100" dirty="0"/>
          </a:p>
          <a:p>
            <a:r>
              <a:rPr lang="es-MX" sz="1100" dirty="0" err="1"/>
              <a:t>JsonDocument</a:t>
            </a:r>
            <a:r>
              <a:rPr lang="es-MX" sz="1100" dirty="0"/>
              <a:t> </a:t>
            </a:r>
            <a:r>
              <a:rPr lang="es-MX" sz="1100" dirty="0" err="1"/>
              <a:t>json</a:t>
            </a:r>
            <a:r>
              <a:rPr lang="es-MX" sz="1100" dirty="0"/>
              <a:t>;</a:t>
            </a:r>
          </a:p>
          <a:p>
            <a:r>
              <a:rPr lang="es-MX" sz="1100" dirty="0" err="1"/>
              <a:t>void</a:t>
            </a:r>
            <a:r>
              <a:rPr lang="es-MX" sz="1100" dirty="0"/>
              <a:t> </a:t>
            </a:r>
            <a:r>
              <a:rPr lang="es-MX" sz="1100" dirty="0" err="1"/>
              <a:t>loop</a:t>
            </a:r>
            <a:r>
              <a:rPr lang="es-MX" sz="1100" dirty="0"/>
              <a:t>() {</a:t>
            </a:r>
          </a:p>
          <a:p>
            <a:r>
              <a:rPr lang="es-MX" sz="1100" dirty="0"/>
              <a:t>   </a:t>
            </a:r>
            <a:r>
              <a:rPr lang="es-MX" sz="1100" dirty="0" err="1"/>
              <a:t>if</a:t>
            </a:r>
            <a:r>
              <a:rPr lang="es-MX" sz="1100" dirty="0"/>
              <a:t>(</a:t>
            </a:r>
            <a:r>
              <a:rPr lang="es-MX" sz="1100" dirty="0" err="1"/>
              <a:t>Serial.available</a:t>
            </a:r>
            <a:r>
              <a:rPr lang="es-MX" sz="1100" dirty="0"/>
              <a:t>()){</a:t>
            </a:r>
          </a:p>
          <a:p>
            <a:endParaRPr lang="es-MX" sz="1100" dirty="0"/>
          </a:p>
          <a:p>
            <a:r>
              <a:rPr lang="es-MX" sz="1100" dirty="0"/>
              <a:t>      </a:t>
            </a:r>
            <a:r>
              <a:rPr lang="es-MX" sz="1100" dirty="0" err="1"/>
              <a:t>String</a:t>
            </a:r>
            <a:r>
              <a:rPr lang="es-MX" sz="1100" dirty="0"/>
              <a:t> datos = </a:t>
            </a:r>
            <a:r>
              <a:rPr lang="es-MX" sz="1100" dirty="0" err="1"/>
              <a:t>Serial.readString</a:t>
            </a:r>
            <a:r>
              <a:rPr lang="es-MX" sz="1100" dirty="0"/>
              <a:t>();</a:t>
            </a:r>
          </a:p>
          <a:p>
            <a:endParaRPr lang="es-MX" sz="1100" dirty="0"/>
          </a:p>
          <a:p>
            <a:r>
              <a:rPr lang="es-MX" sz="1100" dirty="0"/>
              <a:t>      </a:t>
            </a:r>
            <a:r>
              <a:rPr lang="es-MX" sz="1100" dirty="0" err="1"/>
              <a:t>deserializeJson</a:t>
            </a:r>
            <a:r>
              <a:rPr lang="es-MX" sz="1100" dirty="0"/>
              <a:t>(</a:t>
            </a:r>
            <a:r>
              <a:rPr lang="es-MX" sz="1100" dirty="0" err="1"/>
              <a:t>json</a:t>
            </a:r>
            <a:r>
              <a:rPr lang="es-MX" sz="1100" dirty="0"/>
              <a:t>, datos);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String</a:t>
            </a:r>
            <a:r>
              <a:rPr lang="es-MX" sz="1100" dirty="0"/>
              <a:t> sensor      = </a:t>
            </a:r>
            <a:r>
              <a:rPr lang="es-MX" sz="1100" dirty="0" err="1"/>
              <a:t>json</a:t>
            </a:r>
            <a:r>
              <a:rPr lang="es-MX" sz="1100" dirty="0"/>
              <a:t>["sensor"];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long</a:t>
            </a:r>
            <a:r>
              <a:rPr lang="es-MX" sz="1100" dirty="0"/>
              <a:t> time          = </a:t>
            </a:r>
            <a:r>
              <a:rPr lang="es-MX" sz="1100" dirty="0" err="1"/>
              <a:t>json</a:t>
            </a:r>
            <a:r>
              <a:rPr lang="es-MX" sz="1100" dirty="0"/>
              <a:t>["time"];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double</a:t>
            </a:r>
            <a:r>
              <a:rPr lang="es-MX" sz="1100" dirty="0"/>
              <a:t> </a:t>
            </a:r>
            <a:r>
              <a:rPr lang="es-MX" sz="1100" dirty="0" err="1"/>
              <a:t>latitude</a:t>
            </a:r>
            <a:r>
              <a:rPr lang="es-MX" sz="1100" dirty="0"/>
              <a:t>    = </a:t>
            </a:r>
            <a:r>
              <a:rPr lang="es-MX" sz="1100" dirty="0" err="1"/>
              <a:t>json</a:t>
            </a:r>
            <a:r>
              <a:rPr lang="es-MX" sz="1100" dirty="0"/>
              <a:t>["data"][0];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double</a:t>
            </a:r>
            <a:r>
              <a:rPr lang="es-MX" sz="1100" dirty="0"/>
              <a:t> </a:t>
            </a:r>
            <a:r>
              <a:rPr lang="es-MX" sz="1100" dirty="0" err="1"/>
              <a:t>longitude</a:t>
            </a:r>
            <a:r>
              <a:rPr lang="es-MX" sz="1100" dirty="0"/>
              <a:t>   = </a:t>
            </a:r>
            <a:r>
              <a:rPr lang="es-MX" sz="1100" dirty="0" err="1"/>
              <a:t>json</a:t>
            </a:r>
            <a:r>
              <a:rPr lang="es-MX" sz="1100" dirty="0"/>
              <a:t>["data"][1];</a:t>
            </a:r>
          </a:p>
          <a:p>
            <a:endParaRPr lang="es-MX" sz="1100" dirty="0"/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("GPS: 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(sensor);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Serial.println</a:t>
            </a:r>
            <a:r>
              <a:rPr lang="es-MX" sz="1100" dirty="0"/>
              <a:t>("");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("Time: 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(time);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Serial.println</a:t>
            </a:r>
            <a:r>
              <a:rPr lang="es-MX" sz="1100" dirty="0"/>
              <a:t>("");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("</a:t>
            </a:r>
            <a:r>
              <a:rPr lang="es-MX" sz="1100" dirty="0" err="1"/>
              <a:t>Latitude</a:t>
            </a:r>
            <a:r>
              <a:rPr lang="es-MX" sz="1100" dirty="0"/>
              <a:t>: 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</a:t>
            </a:r>
            <a:r>
              <a:rPr lang="es-MX" sz="1100" dirty="0" err="1"/>
              <a:t>latitude</a:t>
            </a:r>
            <a:r>
              <a:rPr lang="es-MX" sz="1100" dirty="0"/>
              <a:t>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Serial.println</a:t>
            </a:r>
            <a:r>
              <a:rPr lang="es-MX" sz="1100" dirty="0"/>
              <a:t>("");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("</a:t>
            </a:r>
            <a:r>
              <a:rPr lang="es-MX" sz="1100" dirty="0" err="1"/>
              <a:t>longitude</a:t>
            </a:r>
            <a:r>
              <a:rPr lang="es-MX" sz="1100" dirty="0"/>
              <a:t>: ");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</a:t>
            </a:r>
            <a:r>
              <a:rPr lang="es-MX" sz="1100" dirty="0"/>
              <a:t>(</a:t>
            </a:r>
            <a:r>
              <a:rPr lang="es-MX" sz="1100" dirty="0" err="1"/>
              <a:t>longitude</a:t>
            </a:r>
            <a:r>
              <a:rPr lang="es-MX" sz="1100" dirty="0"/>
              <a:t>);</a:t>
            </a:r>
          </a:p>
          <a:p>
            <a:r>
              <a:rPr lang="es-MX" sz="1100" dirty="0"/>
              <a:t>      </a:t>
            </a:r>
            <a:r>
              <a:rPr lang="es-MX" sz="1100" dirty="0" err="1"/>
              <a:t>Serial.println</a:t>
            </a:r>
            <a:r>
              <a:rPr lang="es-MX" sz="1100" dirty="0"/>
              <a:t>("");</a:t>
            </a:r>
          </a:p>
          <a:p>
            <a:r>
              <a:rPr lang="es-MX" sz="1100" dirty="0"/>
              <a:t>   }</a:t>
            </a:r>
          </a:p>
          <a:p>
            <a:r>
              <a:rPr lang="es-MX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986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252DFB7-4C04-EDB4-655D-09984035C429}"/>
              </a:ext>
            </a:extLst>
          </p:cNvPr>
          <p:cNvSpPr txBox="1"/>
          <p:nvPr/>
        </p:nvSpPr>
        <p:spPr>
          <a:xfrm>
            <a:off x="2605548" y="2576051"/>
            <a:ext cx="6184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/>
              <a:t>EN JAVA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633E9F-A024-9E3A-AA98-C50FE3F08DD5}"/>
              </a:ext>
            </a:extLst>
          </p:cNvPr>
          <p:cNvSpPr txBox="1"/>
          <p:nvPr/>
        </p:nvSpPr>
        <p:spPr>
          <a:xfrm>
            <a:off x="2349909" y="56950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2"/>
              </a:rPr>
              <a:t>https://github.com/stleary/JSON-java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62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C0F38B4-40C5-FB56-DA1E-E650E18C5F55}"/>
              </a:ext>
            </a:extLst>
          </p:cNvPr>
          <p:cNvSpPr txBox="1"/>
          <p:nvPr/>
        </p:nvSpPr>
        <p:spPr>
          <a:xfrm>
            <a:off x="983226" y="2448233"/>
            <a:ext cx="9714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/>
              <a:t>Armando nuestro JSON</a:t>
            </a:r>
          </a:p>
        </p:txBody>
      </p:sp>
    </p:spTree>
    <p:extLst>
      <p:ext uri="{BB962C8B-B14F-4D97-AF65-F5344CB8AC3E}">
        <p14:creationId xmlns:p14="http://schemas.microsoft.com/office/powerpoint/2010/main" val="2490512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BFC8079-E741-D6F4-7CA7-4A4FBEF4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69" y="1280652"/>
            <a:ext cx="10339778" cy="315227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52B38B5-BFF7-BAF2-58EE-5B74F6E4E234}"/>
              </a:ext>
            </a:extLst>
          </p:cNvPr>
          <p:cNvCxnSpPr>
            <a:cxnSpLocks/>
          </p:cNvCxnSpPr>
          <p:nvPr/>
        </p:nvCxnSpPr>
        <p:spPr>
          <a:xfrm flipH="1">
            <a:off x="5919019" y="983226"/>
            <a:ext cx="934065" cy="59976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989B00F-85FE-D489-730E-5328CA962FA6}"/>
              </a:ext>
            </a:extLst>
          </p:cNvPr>
          <p:cNvSpPr txBox="1"/>
          <p:nvPr/>
        </p:nvSpPr>
        <p:spPr>
          <a:xfrm>
            <a:off x="7049729" y="550606"/>
            <a:ext cx="3883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Creamos la variable</a:t>
            </a:r>
          </a:p>
        </p:txBody>
      </p:sp>
      <p:sp>
        <p:nvSpPr>
          <p:cNvPr id="10" name="Cerrar llave 9">
            <a:extLst>
              <a:ext uri="{FF2B5EF4-FFF2-40B4-BE49-F238E27FC236}">
                <a16:creationId xmlns:a16="http://schemas.microsoft.com/office/drawing/2014/main" id="{DDA20EB8-B02D-207B-2989-04EEC4F52527}"/>
              </a:ext>
            </a:extLst>
          </p:cNvPr>
          <p:cNvSpPr/>
          <p:nvPr/>
        </p:nvSpPr>
        <p:spPr>
          <a:xfrm>
            <a:off x="5565058" y="2546555"/>
            <a:ext cx="599768" cy="1543664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73AB4B-5223-9FE9-8CA6-C5D40445031D}"/>
              </a:ext>
            </a:extLst>
          </p:cNvPr>
          <p:cNvSpPr txBox="1"/>
          <p:nvPr/>
        </p:nvSpPr>
        <p:spPr>
          <a:xfrm>
            <a:off x="6377738" y="2649961"/>
            <a:ext cx="41442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Asignamos los datos. </a:t>
            </a:r>
            <a:r>
              <a:rPr lang="es-MX" dirty="0" err="1"/>
              <a:t>JSONObject</a:t>
            </a:r>
            <a:r>
              <a:rPr lang="es-MX" dirty="0"/>
              <a:t> es una librería que detecta automáticamente el tipo de dato, por lo que no es necesario hacer conversiones o demás.</a:t>
            </a:r>
          </a:p>
        </p:txBody>
      </p:sp>
    </p:spTree>
    <p:extLst>
      <p:ext uri="{BB962C8B-B14F-4D97-AF65-F5344CB8AC3E}">
        <p14:creationId xmlns:p14="http://schemas.microsoft.com/office/powerpoint/2010/main" val="1463947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8FA611-8E2F-C87A-EB2C-F1F5C5724C68}"/>
              </a:ext>
            </a:extLst>
          </p:cNvPr>
          <p:cNvSpPr txBox="1"/>
          <p:nvPr/>
        </p:nvSpPr>
        <p:spPr>
          <a:xfrm>
            <a:off x="1602658" y="2858985"/>
            <a:ext cx="8377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Extrayendo datos de un JSON</a:t>
            </a:r>
          </a:p>
        </p:txBody>
      </p:sp>
    </p:spTree>
    <p:extLst>
      <p:ext uri="{BB962C8B-B14F-4D97-AF65-F5344CB8AC3E}">
        <p14:creationId xmlns:p14="http://schemas.microsoft.com/office/powerpoint/2010/main" val="2789867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C16473-89B3-4C21-96BB-8D670F99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1" y="712322"/>
            <a:ext cx="11402964" cy="543335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A350660-A104-8473-E27F-25211863B030}"/>
              </a:ext>
            </a:extLst>
          </p:cNvPr>
          <p:cNvCxnSpPr>
            <a:cxnSpLocks/>
          </p:cNvCxnSpPr>
          <p:nvPr/>
        </p:nvCxnSpPr>
        <p:spPr>
          <a:xfrm flipH="1">
            <a:off x="5211097" y="2389239"/>
            <a:ext cx="1071716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3F01718-D7EF-8E93-27CF-15B113EA51D3}"/>
              </a:ext>
            </a:extLst>
          </p:cNvPr>
          <p:cNvSpPr txBox="1"/>
          <p:nvPr/>
        </p:nvSpPr>
        <p:spPr>
          <a:xfrm>
            <a:off x="6282813" y="1986115"/>
            <a:ext cx="5651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 al constructor le pasamos un texto en formato JSON automáticamente lo convierte para manipularlo.</a:t>
            </a:r>
          </a:p>
        </p:txBody>
      </p:sp>
    </p:spTree>
    <p:extLst>
      <p:ext uri="{BB962C8B-B14F-4D97-AF65-F5344CB8AC3E}">
        <p14:creationId xmlns:p14="http://schemas.microsoft.com/office/powerpoint/2010/main" val="209852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DC61CF2-B024-9225-F00F-6B35AA2C97B9}"/>
              </a:ext>
            </a:extLst>
          </p:cNvPr>
          <p:cNvSpPr txBox="1"/>
          <p:nvPr/>
        </p:nvSpPr>
        <p:spPr>
          <a:xfrm>
            <a:off x="353960" y="1902481"/>
            <a:ext cx="111596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= "{\"sensor\":\"</a:t>
            </a:r>
            <a:r>
              <a:rPr lang="es-MX" dirty="0" err="1"/>
              <a:t>gps</a:t>
            </a:r>
            <a:r>
              <a:rPr lang="es-MX" dirty="0"/>
              <a:t>\",\"time\":1351824120,\"data\":[48.756080,2.302038]}";</a:t>
            </a:r>
          </a:p>
          <a:p>
            <a:r>
              <a:rPr lang="es-MX" dirty="0"/>
              <a:t>             </a:t>
            </a:r>
          </a:p>
          <a:p>
            <a:r>
              <a:rPr lang="es-MX" dirty="0"/>
              <a:t>        </a:t>
            </a:r>
            <a:r>
              <a:rPr lang="es-MX" dirty="0" err="1"/>
              <a:t>JSONObject</a:t>
            </a:r>
            <a:r>
              <a:rPr lang="es-MX" dirty="0"/>
              <a:t> </a:t>
            </a:r>
            <a:r>
              <a:rPr lang="es-MX" dirty="0" err="1"/>
              <a:t>json</a:t>
            </a:r>
            <a:r>
              <a:rPr lang="es-MX" dirty="0"/>
              <a:t> = new </a:t>
            </a:r>
            <a:r>
              <a:rPr lang="es-MX" dirty="0" err="1"/>
              <a:t>JSONObject</a:t>
            </a:r>
            <a:r>
              <a:rPr lang="es-MX" dirty="0"/>
              <a:t>(</a:t>
            </a:r>
            <a:r>
              <a:rPr lang="es-MX" dirty="0" err="1"/>
              <a:t>text</a:t>
            </a:r>
            <a:r>
              <a:rPr lang="es-MX" dirty="0"/>
              <a:t>);</a:t>
            </a:r>
          </a:p>
          <a:p>
            <a:r>
              <a:rPr lang="es-MX" dirty="0"/>
              <a:t>        </a:t>
            </a:r>
          </a:p>
          <a:p>
            <a:r>
              <a:rPr lang="es-MX" dirty="0"/>
              <a:t>        </a:t>
            </a:r>
            <a:r>
              <a:rPr lang="es-MX" dirty="0" err="1"/>
              <a:t>String</a:t>
            </a:r>
            <a:r>
              <a:rPr lang="es-MX" dirty="0"/>
              <a:t> sensor = </a:t>
            </a:r>
            <a:r>
              <a:rPr lang="es-MX" dirty="0" err="1"/>
              <a:t>json.getString</a:t>
            </a:r>
            <a:r>
              <a:rPr lang="es-MX" dirty="0"/>
              <a:t>("sensor");</a:t>
            </a:r>
          </a:p>
          <a:p>
            <a:r>
              <a:rPr lang="es-MX" dirty="0"/>
              <a:t>        </a:t>
            </a:r>
            <a:r>
              <a:rPr lang="es-MX" dirty="0" err="1"/>
              <a:t>long</a:t>
            </a:r>
            <a:r>
              <a:rPr lang="es-MX" dirty="0"/>
              <a:t>    time   = </a:t>
            </a:r>
            <a:r>
              <a:rPr lang="es-MX" dirty="0" err="1"/>
              <a:t>json.getLong</a:t>
            </a:r>
            <a:r>
              <a:rPr lang="es-MX" dirty="0"/>
              <a:t>("time");</a:t>
            </a:r>
          </a:p>
          <a:p>
            <a:r>
              <a:rPr lang="es-MX" dirty="0"/>
              <a:t>        </a:t>
            </a:r>
          </a:p>
          <a:p>
            <a:r>
              <a:rPr lang="es-MX" dirty="0"/>
              <a:t>        </a:t>
            </a:r>
            <a:r>
              <a:rPr lang="es-MX" dirty="0" err="1"/>
              <a:t>JSONArray</a:t>
            </a:r>
            <a:r>
              <a:rPr lang="es-MX" dirty="0"/>
              <a:t> array = </a:t>
            </a:r>
            <a:r>
              <a:rPr lang="es-MX" dirty="0" err="1"/>
              <a:t>json.getJSONArray</a:t>
            </a:r>
            <a:r>
              <a:rPr lang="es-MX" dirty="0"/>
              <a:t>("data"); //extraigo el arreglo</a:t>
            </a:r>
          </a:p>
          <a:p>
            <a:r>
              <a:rPr lang="es-MX" dirty="0"/>
              <a:t>        </a:t>
            </a:r>
            <a:r>
              <a:rPr lang="es-MX" dirty="0" err="1"/>
              <a:t>double</a:t>
            </a:r>
            <a:r>
              <a:rPr lang="es-MX" dirty="0"/>
              <a:t> latitud = </a:t>
            </a:r>
            <a:r>
              <a:rPr lang="es-MX" dirty="0" err="1"/>
              <a:t>array.getDouble</a:t>
            </a:r>
            <a:r>
              <a:rPr lang="es-MX" dirty="0"/>
              <a:t>(0); //obtengo el valor en el </a:t>
            </a:r>
            <a:r>
              <a:rPr lang="es-MX" dirty="0" err="1"/>
              <a:t>indice</a:t>
            </a:r>
            <a:r>
              <a:rPr lang="es-MX" dirty="0"/>
              <a:t> 0</a:t>
            </a:r>
          </a:p>
          <a:p>
            <a:r>
              <a:rPr lang="es-MX" dirty="0"/>
              <a:t>        </a:t>
            </a:r>
            <a:r>
              <a:rPr lang="es-MX" dirty="0" err="1"/>
              <a:t>double</a:t>
            </a:r>
            <a:r>
              <a:rPr lang="es-MX" dirty="0"/>
              <a:t> longitud = </a:t>
            </a:r>
            <a:r>
              <a:rPr lang="es-MX" dirty="0" err="1"/>
              <a:t>array.getDouble</a:t>
            </a:r>
            <a:r>
              <a:rPr lang="es-MX" dirty="0"/>
              <a:t>(1); //obtengo el valor en el </a:t>
            </a:r>
            <a:r>
              <a:rPr lang="es-MX" dirty="0" err="1"/>
              <a:t>indice</a:t>
            </a:r>
            <a:r>
              <a:rPr lang="es-MX" dirty="0"/>
              <a:t> 1</a:t>
            </a:r>
          </a:p>
          <a:p>
            <a:r>
              <a:rPr lang="es-MX" dirty="0"/>
              <a:t>        </a:t>
            </a:r>
          </a:p>
          <a:p>
            <a:r>
              <a:rPr lang="es-MX" dirty="0"/>
              <a:t>        // </a:t>
            </a:r>
            <a:r>
              <a:rPr lang="es-MX" dirty="0" err="1"/>
              <a:t>Print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value</a:t>
            </a:r>
            <a:endParaRPr lang="es-MX" dirty="0"/>
          </a:p>
          <a:p>
            <a:r>
              <a:rPr lang="es-MX" dirty="0"/>
              <a:t>        </a:t>
            </a:r>
            <a:r>
              <a:rPr lang="es-MX" dirty="0" err="1"/>
              <a:t>System.out.println</a:t>
            </a:r>
            <a:r>
              <a:rPr lang="es-MX" dirty="0"/>
              <a:t>("Sensor: "+sensor);</a:t>
            </a:r>
          </a:p>
          <a:p>
            <a:r>
              <a:rPr lang="es-MX" dirty="0"/>
              <a:t>        </a:t>
            </a:r>
            <a:r>
              <a:rPr lang="es-MX" dirty="0" err="1"/>
              <a:t>System.out.println</a:t>
            </a:r>
            <a:r>
              <a:rPr lang="es-MX" dirty="0"/>
              <a:t>("Tiempo: "+time );</a:t>
            </a:r>
          </a:p>
          <a:p>
            <a:r>
              <a:rPr lang="es-MX" dirty="0"/>
              <a:t>        </a:t>
            </a:r>
            <a:r>
              <a:rPr lang="es-MX" dirty="0" err="1"/>
              <a:t>System.out.println</a:t>
            </a:r>
            <a:r>
              <a:rPr lang="es-MX" dirty="0"/>
              <a:t>("Latitud: "+latitud);</a:t>
            </a:r>
          </a:p>
          <a:p>
            <a:r>
              <a:rPr lang="es-MX" dirty="0"/>
              <a:t>        </a:t>
            </a:r>
            <a:r>
              <a:rPr lang="es-MX" dirty="0" err="1"/>
              <a:t>System.out.println</a:t>
            </a:r>
            <a:r>
              <a:rPr lang="es-MX" dirty="0"/>
              <a:t>("Longitud: "+longitud);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268463-3566-55B5-A4CA-FEA4F0A70FCA}"/>
              </a:ext>
            </a:extLst>
          </p:cNvPr>
          <p:cNvSpPr txBox="1"/>
          <p:nvPr/>
        </p:nvSpPr>
        <p:spPr>
          <a:xfrm>
            <a:off x="668594" y="668594"/>
            <a:ext cx="7364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/>
              <a:t>Código del MAIN:</a:t>
            </a:r>
          </a:p>
        </p:txBody>
      </p:sp>
    </p:spTree>
    <p:extLst>
      <p:ext uri="{BB962C8B-B14F-4D97-AF65-F5344CB8AC3E}">
        <p14:creationId xmlns:p14="http://schemas.microsoft.com/office/powerpoint/2010/main" val="25234033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638</Words>
  <Application>Microsoft Office PowerPoint</Application>
  <PresentationFormat>Panorámica</PresentationFormat>
  <Paragraphs>106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Isaias Laureano</dc:creator>
  <cp:lastModifiedBy>Ambrocio Isaias Laureano Castro</cp:lastModifiedBy>
  <cp:revision>1</cp:revision>
  <dcterms:created xsi:type="dcterms:W3CDTF">2024-05-01T18:36:48Z</dcterms:created>
  <dcterms:modified xsi:type="dcterms:W3CDTF">2025-11-11T15:04:18Z</dcterms:modified>
</cp:coreProperties>
</file>