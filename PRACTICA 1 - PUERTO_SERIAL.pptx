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8" r:id="rId22"/>
    <p:sldId id="276" r:id="rId23"/>
    <p:sldId id="277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716F8-4569-9640-C917-CD65DBA3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5A349C-FFB7-48ED-FFDB-98CC6841D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478733-384E-8F1B-AA8C-A698BC15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687AC-A789-E4E6-5BD6-21A57541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9EEC5B-DAE8-1DAC-AFE9-6B225BF9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78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5638C-A63D-6F90-73EA-EFFCCC69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6B4B51-E4B4-6EF9-8AFC-CAC4E75D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62E501-3A3E-B4C1-E38B-5F892E82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370B6B-6043-3E41-3366-A7CBE095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A0D1F-5BDD-8A43-CF54-0CDA2229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229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4D357-81B8-D344-3BC9-5BE5C6C7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A27BD5-6568-7627-26B9-7B456C1C6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8763E0-E1E5-8854-DB25-56DAF498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13D040-5EE6-2783-3B6E-AB92F8E3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2EBA5A-6373-A22C-DCE1-A1431A0E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768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12537-6617-C254-0FC7-D324AA96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ED32D1-180D-A664-1059-51BFA5E07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98FDA5-A510-4A55-CEA7-7D1987ADB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90B5CB-01EC-AE8C-81B3-CAFEECFB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A9B9B6-E8B9-8732-84B8-E7B6504B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B09466-A0BD-5790-A6F2-E2DD3D39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65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332B5-3E95-8AED-2550-33FB4598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434966-8FD5-3D80-77B4-B341C47CF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325920-399E-3132-4212-0E2048102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4E4EAC-AD2D-CBBF-BAED-1AAB6C85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AF6B5C-ED7B-C27F-A41B-484BED3F7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06CBAF-58BF-4EB4-1999-846D17A6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C6C68B-E5C2-148A-213B-5DB98C43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4809ED7-3848-B4BF-B67C-DB52B001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581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FFB89-B65C-70AF-5F02-DBC821EA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D57764-0195-B35D-C16A-E700EE08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1C47A0-2C5F-CD68-D3CB-9866BCC9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9954A9-243B-61EB-C32E-FF92F5FB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94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23D87CF-CFB6-7E58-FC27-4085B535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F9B1EE-491C-FECE-3F48-4160C431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474907-1F27-E4B2-5974-2F6F5A9C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068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F906B-8F74-6D14-511D-61A38A41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02EC5C-E23F-513B-2448-75332036C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63466C-6200-A403-AB2F-EE88C1CD1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49CFD-E10B-E780-44F3-0D7FA3D9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7B3C24-93EB-28BA-5C59-32E557AC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0319B0-E4EF-F16E-7694-3F2F33A7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202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6FE5C-4373-3E5E-AAA4-35893D0C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BE64C5-0980-3F20-6C9B-BA1C6AF1D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B06908-353B-8440-7BD0-E62B0B1D6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72DE0E-9CEC-5EAA-9980-C1E89537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0958BD-CE20-46F8-708F-DD6C6C0F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8030DF-B2D5-8538-B273-8D5659B4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476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D0D168-6DF2-3782-DFB0-0D0B7F4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703B33-7851-C4B3-D036-13245635B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97DF8-CDFA-14CA-B640-AC0CD5C6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3C0AB3-8754-EC7D-92FA-B02ED399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46FC08-13D5-95DC-9D92-6BAE0A93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374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6CD345-F536-8F8D-C505-C3699C5E8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D5AF7D-8B7B-2B0A-3624-20C7D69FA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32F9AA-492C-5183-B662-0B5E3DCE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2B268B-29A4-7F8A-A067-DB5358A5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443898-F99B-365B-7D1C-AE04CB751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630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2410A0-FB88-445F-7033-1953AE4E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76547D-850D-9D60-3AC6-521DE695E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B324A6-61FA-7EBC-B52E-97C54C106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3ECED-B3F8-48F8-8C8A-A90CED30D599}" type="datetimeFigureOut">
              <a:rPr lang="es-MX" smtClean="0"/>
              <a:t>03/11/2025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8B37F-A945-494D-46AF-5A2CB9AFE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113B99-78C9-FFB5-984D-E93B32B3E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31F8A-E076-4C97-9D47-24EF9A8CF6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198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azecast.github.io/jSerialCom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9FF9554-41FC-9F26-D41E-18A404C3701E}"/>
              </a:ext>
            </a:extLst>
          </p:cNvPr>
          <p:cNvSpPr txBox="1"/>
          <p:nvPr/>
        </p:nvSpPr>
        <p:spPr>
          <a:xfrm>
            <a:off x="1597742" y="2519997"/>
            <a:ext cx="8996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/>
              <a:t>JAVA Y PUERTO SERIAL</a:t>
            </a:r>
          </a:p>
        </p:txBody>
      </p:sp>
    </p:spTree>
    <p:extLst>
      <p:ext uri="{BB962C8B-B14F-4D97-AF65-F5344CB8AC3E}">
        <p14:creationId xmlns:p14="http://schemas.microsoft.com/office/powerpoint/2010/main" val="293057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86DAC0-2E62-8BA4-3783-EA58379F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905760"/>
            <a:ext cx="10872172" cy="2554960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30021B7-928F-C837-8664-99B96101374A}"/>
              </a:ext>
            </a:extLst>
          </p:cNvPr>
          <p:cNvSpPr txBox="1"/>
          <p:nvPr/>
        </p:nvSpPr>
        <p:spPr>
          <a:xfrm>
            <a:off x="4970835" y="3998019"/>
            <a:ext cx="6382966" cy="221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err="1"/>
              <a:t>jSerialComm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Java </a:t>
            </a:r>
            <a:r>
              <a:rPr lang="en-US" dirty="0" err="1"/>
              <a:t>diseñada</a:t>
            </a:r>
            <a:r>
              <a:rPr lang="en-US" dirty="0"/>
              <a:t> para </a:t>
            </a:r>
            <a:r>
              <a:rPr lang="en-US" dirty="0" err="1"/>
              <a:t>proporcionar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forma para acceder a </a:t>
            </a:r>
            <a:r>
              <a:rPr lang="en-US" dirty="0" err="1"/>
              <a:t>puertos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sin </a:t>
            </a:r>
            <a:r>
              <a:rPr lang="en-US" dirty="0" err="1"/>
              <a:t>necesidad</a:t>
            </a:r>
            <a:r>
              <a:rPr lang="en-US" dirty="0"/>
              <a:t> de </a:t>
            </a:r>
            <a:r>
              <a:rPr lang="en-US" dirty="0" err="1"/>
              <a:t>bibliotecas</a:t>
            </a:r>
            <a:r>
              <a:rPr lang="en-US" dirty="0"/>
              <a:t> </a:t>
            </a:r>
            <a:r>
              <a:rPr lang="en-US" dirty="0" err="1"/>
              <a:t>externas</a:t>
            </a:r>
            <a:r>
              <a:rPr lang="en-US" dirty="0"/>
              <a:t>,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nativo</a:t>
            </a:r>
            <a:r>
              <a:rPr lang="en-US" dirty="0"/>
              <a:t> o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herramienta</a:t>
            </a:r>
            <a:r>
              <a:rPr lang="en-US" dirty="0"/>
              <a:t>. Se </a:t>
            </a:r>
            <a:r>
              <a:rPr lang="en-US" dirty="0" err="1"/>
              <a:t>entiende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alternativa</a:t>
            </a:r>
            <a:r>
              <a:rPr lang="en-US" dirty="0"/>
              <a:t> a </a:t>
            </a:r>
            <a:r>
              <a:rPr lang="en-US" dirty="0" err="1"/>
              <a:t>RxTx</a:t>
            </a:r>
            <a:r>
              <a:rPr lang="en-US" dirty="0"/>
              <a:t> y la API de </a:t>
            </a:r>
            <a:r>
              <a:rPr lang="en-US" dirty="0" err="1"/>
              <a:t>comunicaciones</a:t>
            </a:r>
            <a:r>
              <a:rPr lang="en-US" dirty="0"/>
              <a:t> Java (</a:t>
            </a:r>
            <a:r>
              <a:rPr lang="en-US" dirty="0" err="1"/>
              <a:t>depreciada</a:t>
            </a:r>
            <a:r>
              <a:rPr lang="en-US" dirty="0"/>
              <a:t>), con mayor </a:t>
            </a:r>
            <a:r>
              <a:rPr lang="en-US" dirty="0" err="1"/>
              <a:t>facilidad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, un </a:t>
            </a:r>
            <a:r>
              <a:rPr lang="en-US" dirty="0" err="1"/>
              <a:t>soporte</a:t>
            </a:r>
            <a:r>
              <a:rPr lang="en-US" dirty="0"/>
              <a:t> </a:t>
            </a:r>
            <a:r>
              <a:rPr lang="en-US" dirty="0" err="1"/>
              <a:t>mejorado</a:t>
            </a:r>
            <a:r>
              <a:rPr lang="en-US" dirty="0"/>
              <a:t> para </a:t>
            </a:r>
            <a:r>
              <a:rPr lang="en-US" dirty="0" err="1"/>
              <a:t>tiempos</a:t>
            </a:r>
            <a:r>
              <a:rPr lang="en-US" dirty="0"/>
              <a:t> de </a:t>
            </a:r>
            <a:r>
              <a:rPr lang="en-US" dirty="0" err="1"/>
              <a:t>espera</a:t>
            </a:r>
            <a:r>
              <a:rPr lang="en-US" dirty="0"/>
              <a:t> y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abrir</a:t>
            </a:r>
            <a:r>
              <a:rPr lang="en-US" dirty="0"/>
              <a:t> </a:t>
            </a:r>
            <a:r>
              <a:rPr lang="en-US" dirty="0" err="1"/>
              <a:t>múltiples</a:t>
            </a:r>
            <a:r>
              <a:rPr lang="en-US" dirty="0"/>
              <a:t> </a:t>
            </a:r>
            <a:r>
              <a:rPr lang="en-US" dirty="0" err="1"/>
              <a:t>puertos</a:t>
            </a:r>
            <a:r>
              <a:rPr lang="en-US" dirty="0"/>
              <a:t> </a:t>
            </a:r>
            <a:r>
              <a:rPr lang="en-US" dirty="0" err="1"/>
              <a:t>simultáneamente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036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53D4237-F50D-B838-335F-51FA65A2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89" y="107541"/>
            <a:ext cx="10588027" cy="66429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8F1BC22-0AE8-B23C-439C-F40C39B35271}"/>
              </a:ext>
            </a:extLst>
          </p:cNvPr>
          <p:cNvSpPr txBox="1"/>
          <p:nvPr/>
        </p:nvSpPr>
        <p:spPr>
          <a:xfrm>
            <a:off x="5535560" y="2967335"/>
            <a:ext cx="48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MONITOR SERIAL DE ARDUINO</a:t>
            </a:r>
          </a:p>
        </p:txBody>
      </p:sp>
    </p:spTree>
    <p:extLst>
      <p:ext uri="{BB962C8B-B14F-4D97-AF65-F5344CB8AC3E}">
        <p14:creationId xmlns:p14="http://schemas.microsoft.com/office/powerpoint/2010/main" val="241830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6A6AA35-B59D-F523-983E-16223641120D}"/>
              </a:ext>
            </a:extLst>
          </p:cNvPr>
          <p:cNvSpPr txBox="1"/>
          <p:nvPr/>
        </p:nvSpPr>
        <p:spPr>
          <a:xfrm>
            <a:off x="580102" y="509131"/>
            <a:ext cx="7482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PASO 1: DESCARGAR LA LIBRERÍA E IMPORTARLA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A38A48-62E9-6A7B-E657-E966862EDB52}"/>
              </a:ext>
            </a:extLst>
          </p:cNvPr>
          <p:cNvSpPr txBox="1"/>
          <p:nvPr/>
        </p:nvSpPr>
        <p:spPr>
          <a:xfrm>
            <a:off x="953729" y="970796"/>
            <a:ext cx="47883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hlinkClick r:id="rId2"/>
              </a:rPr>
              <a:t>https://fazecast.github.io/jSerialComm/</a:t>
            </a:r>
            <a:endParaRPr lang="es-MX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34C0662-7F2D-149D-2A30-81E2FBA5C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065" y="1259974"/>
            <a:ext cx="6574488" cy="5450542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BD2BE43-EDBA-8C6B-3DAD-82152D80F040}"/>
              </a:ext>
            </a:extLst>
          </p:cNvPr>
          <p:cNvCxnSpPr/>
          <p:nvPr/>
        </p:nvCxnSpPr>
        <p:spPr>
          <a:xfrm flipV="1">
            <a:off x="8793309" y="2654710"/>
            <a:ext cx="970123" cy="7865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858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729B354-CF86-4112-E820-077B8D8C4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44" y="726888"/>
            <a:ext cx="4401237" cy="343215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9AE0D5D-BE20-752F-497E-D1FE0DA58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621" y="696065"/>
            <a:ext cx="4093656" cy="346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0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99CCA06-37D5-6E91-9A7D-1DABF542A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92" y="931075"/>
            <a:ext cx="8774679" cy="4506164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3A7DA7B-6813-B82C-F0A0-81EFF81B7264}"/>
              </a:ext>
            </a:extLst>
          </p:cNvPr>
          <p:cNvCxnSpPr>
            <a:cxnSpLocks/>
          </p:cNvCxnSpPr>
          <p:nvPr/>
        </p:nvCxnSpPr>
        <p:spPr>
          <a:xfrm flipH="1">
            <a:off x="4591665" y="1868129"/>
            <a:ext cx="1230866" cy="1671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A7CC7E5-4660-2F43-2D21-F63F854CDABA}"/>
              </a:ext>
            </a:extLst>
          </p:cNvPr>
          <p:cNvCxnSpPr>
            <a:cxnSpLocks/>
          </p:cNvCxnSpPr>
          <p:nvPr/>
        </p:nvCxnSpPr>
        <p:spPr>
          <a:xfrm flipV="1">
            <a:off x="7934633" y="5255342"/>
            <a:ext cx="457200" cy="10864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80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BDBA28B-505C-A1E7-E274-96208E6B43F7}"/>
              </a:ext>
            </a:extLst>
          </p:cNvPr>
          <p:cNvSpPr txBox="1"/>
          <p:nvPr/>
        </p:nvSpPr>
        <p:spPr>
          <a:xfrm>
            <a:off x="1946788" y="3126659"/>
            <a:ext cx="9163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b="1" dirty="0"/>
              <a:t>PASO 2: DISEÑA LA INTERFAZ</a:t>
            </a:r>
          </a:p>
        </p:txBody>
      </p:sp>
    </p:spTree>
    <p:extLst>
      <p:ext uri="{BB962C8B-B14F-4D97-AF65-F5344CB8AC3E}">
        <p14:creationId xmlns:p14="http://schemas.microsoft.com/office/powerpoint/2010/main" val="1950348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3BCA40B-7BB9-BB1A-E811-2B44213C7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89" y="107541"/>
            <a:ext cx="10588027" cy="664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3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A33DF1B-F867-E984-9F56-746D73DE3C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3" t="12757" r="69170" b="13982"/>
          <a:stretch/>
        </p:blipFill>
        <p:spPr>
          <a:xfrm>
            <a:off x="487680" y="518159"/>
            <a:ext cx="3840480" cy="6031444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C021DA23-7183-0409-D254-8DCC3FDD227F}"/>
              </a:ext>
            </a:extLst>
          </p:cNvPr>
          <p:cNvCxnSpPr>
            <a:cxnSpLocks/>
          </p:cNvCxnSpPr>
          <p:nvPr/>
        </p:nvCxnSpPr>
        <p:spPr>
          <a:xfrm flipH="1">
            <a:off x="3982720" y="1005840"/>
            <a:ext cx="1310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A7B3C57-CCB3-2488-8605-82F0C4D6735C}"/>
              </a:ext>
            </a:extLst>
          </p:cNvPr>
          <p:cNvCxnSpPr>
            <a:cxnSpLocks/>
          </p:cNvCxnSpPr>
          <p:nvPr/>
        </p:nvCxnSpPr>
        <p:spPr>
          <a:xfrm flipH="1">
            <a:off x="3982720" y="2123440"/>
            <a:ext cx="1310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908D681-4395-54CD-907F-D3F3559E3659}"/>
              </a:ext>
            </a:extLst>
          </p:cNvPr>
          <p:cNvCxnSpPr>
            <a:cxnSpLocks/>
          </p:cNvCxnSpPr>
          <p:nvPr/>
        </p:nvCxnSpPr>
        <p:spPr>
          <a:xfrm flipH="1">
            <a:off x="3982720" y="2814320"/>
            <a:ext cx="1310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09BD3C0-F0B4-9D65-C043-C5A1E192B92A}"/>
              </a:ext>
            </a:extLst>
          </p:cNvPr>
          <p:cNvCxnSpPr>
            <a:cxnSpLocks/>
          </p:cNvCxnSpPr>
          <p:nvPr/>
        </p:nvCxnSpPr>
        <p:spPr>
          <a:xfrm flipH="1">
            <a:off x="3982720" y="3291840"/>
            <a:ext cx="1310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B7B8561-26BD-A64F-56A1-32E570A041CB}"/>
              </a:ext>
            </a:extLst>
          </p:cNvPr>
          <p:cNvCxnSpPr>
            <a:cxnSpLocks/>
          </p:cNvCxnSpPr>
          <p:nvPr/>
        </p:nvCxnSpPr>
        <p:spPr>
          <a:xfrm flipH="1">
            <a:off x="3982720" y="4196080"/>
            <a:ext cx="1310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5A2E87A-6748-627E-CD5D-9A4FC4EA05F5}"/>
              </a:ext>
            </a:extLst>
          </p:cNvPr>
          <p:cNvCxnSpPr>
            <a:cxnSpLocks/>
          </p:cNvCxnSpPr>
          <p:nvPr/>
        </p:nvCxnSpPr>
        <p:spPr>
          <a:xfrm flipH="1">
            <a:off x="3982720" y="4846320"/>
            <a:ext cx="1310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8B42586-EDE5-26B0-2DE5-BE7627A90482}"/>
              </a:ext>
            </a:extLst>
          </p:cNvPr>
          <p:cNvCxnSpPr>
            <a:cxnSpLocks/>
          </p:cNvCxnSpPr>
          <p:nvPr/>
        </p:nvCxnSpPr>
        <p:spPr>
          <a:xfrm flipH="1">
            <a:off x="3749040" y="5821680"/>
            <a:ext cx="13106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47D4D7B-2EAE-4E84-0FCD-A82852EA6981}"/>
              </a:ext>
            </a:extLst>
          </p:cNvPr>
          <p:cNvSpPr txBox="1"/>
          <p:nvPr/>
        </p:nvSpPr>
        <p:spPr>
          <a:xfrm>
            <a:off x="6065518" y="148827"/>
            <a:ext cx="236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VARIABLE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60FB2E2-5588-7CC3-8C7A-E59075950A29}"/>
              </a:ext>
            </a:extLst>
          </p:cNvPr>
          <p:cNvCxnSpPr/>
          <p:nvPr/>
        </p:nvCxnSpPr>
        <p:spPr>
          <a:xfrm>
            <a:off x="817880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99179E6-13B3-C393-2C03-F51F9408398E}"/>
              </a:ext>
            </a:extLst>
          </p:cNvPr>
          <p:cNvSpPr txBox="1"/>
          <p:nvPr/>
        </p:nvSpPr>
        <p:spPr>
          <a:xfrm>
            <a:off x="9204958" y="148827"/>
            <a:ext cx="236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VALORES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CCBAB7B-FDB3-FEC1-6C74-C6F191FEB389}"/>
              </a:ext>
            </a:extLst>
          </p:cNvPr>
          <p:cNvSpPr txBox="1"/>
          <p:nvPr/>
        </p:nvSpPr>
        <p:spPr>
          <a:xfrm>
            <a:off x="5466081" y="821174"/>
            <a:ext cx="2560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jComboBox_comPort</a:t>
            </a:r>
            <a:endParaRPr lang="es-MX" b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8A56870-528C-935C-50A8-0427239DAB2B}"/>
              </a:ext>
            </a:extLst>
          </p:cNvPr>
          <p:cNvSpPr txBox="1"/>
          <p:nvPr/>
        </p:nvSpPr>
        <p:spPr>
          <a:xfrm>
            <a:off x="5405120" y="1938774"/>
            <a:ext cx="268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jComboBox_BaudRate</a:t>
            </a:r>
            <a:endParaRPr lang="es-MX" b="1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2AB6B1A-1F08-579D-5667-E85CBEE92C37}"/>
              </a:ext>
            </a:extLst>
          </p:cNvPr>
          <p:cNvSpPr txBox="1"/>
          <p:nvPr/>
        </p:nvSpPr>
        <p:spPr>
          <a:xfrm>
            <a:off x="5466081" y="2602746"/>
            <a:ext cx="2824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jComboBox_DataBits</a:t>
            </a:r>
            <a:endParaRPr lang="es-MX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A9E827F-93EE-C7CC-FA13-EAA897028FD8}"/>
              </a:ext>
            </a:extLst>
          </p:cNvPr>
          <p:cNvSpPr txBox="1"/>
          <p:nvPr/>
        </p:nvSpPr>
        <p:spPr>
          <a:xfrm>
            <a:off x="5405119" y="3097014"/>
            <a:ext cx="2418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jComboBox_StopBits</a:t>
            </a:r>
            <a:endParaRPr lang="es-MX" b="1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565965E-6FB2-AA64-00EE-0576489BE838}"/>
              </a:ext>
            </a:extLst>
          </p:cNvPr>
          <p:cNvSpPr txBox="1"/>
          <p:nvPr/>
        </p:nvSpPr>
        <p:spPr>
          <a:xfrm>
            <a:off x="5334000" y="4011414"/>
            <a:ext cx="250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jComboBox_ParityBits</a:t>
            </a:r>
            <a:endParaRPr lang="es-MX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B953CD7-8E01-5099-AD01-06B5854583AF}"/>
              </a:ext>
            </a:extLst>
          </p:cNvPr>
          <p:cNvSpPr txBox="1"/>
          <p:nvPr/>
        </p:nvSpPr>
        <p:spPr>
          <a:xfrm>
            <a:off x="5334000" y="4625817"/>
            <a:ext cx="295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jProgressBar_ComStatus</a:t>
            </a:r>
            <a:endParaRPr lang="es-MX" b="1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EE419B5-3804-3427-69B3-BFA229FE42F5}"/>
              </a:ext>
            </a:extLst>
          </p:cNvPr>
          <p:cNvSpPr txBox="1"/>
          <p:nvPr/>
        </p:nvSpPr>
        <p:spPr>
          <a:xfrm>
            <a:off x="5049520" y="5311894"/>
            <a:ext cx="162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jButton_Open</a:t>
            </a:r>
            <a:endParaRPr lang="es-MX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74AA18C-2457-1FA6-605D-FF9A818D7E0A}"/>
              </a:ext>
            </a:extLst>
          </p:cNvPr>
          <p:cNvSpPr txBox="1"/>
          <p:nvPr/>
        </p:nvSpPr>
        <p:spPr>
          <a:xfrm>
            <a:off x="5115560" y="5761951"/>
            <a:ext cx="1889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jButton_Close</a:t>
            </a:r>
            <a:endParaRPr lang="es-MX" b="1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262D23F-4AD5-A749-A897-AFFC04AF7FE2}"/>
              </a:ext>
            </a:extLst>
          </p:cNvPr>
          <p:cNvSpPr txBox="1"/>
          <p:nvPr/>
        </p:nvSpPr>
        <p:spPr>
          <a:xfrm>
            <a:off x="8493760" y="1972826"/>
            <a:ext cx="38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4800, 9600, 38400, 57600, 115200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9A001E9-AF8A-CFE3-4046-61E75139102A}"/>
              </a:ext>
            </a:extLst>
          </p:cNvPr>
          <p:cNvSpPr txBox="1"/>
          <p:nvPr/>
        </p:nvSpPr>
        <p:spPr>
          <a:xfrm>
            <a:off x="8605520" y="2602746"/>
            <a:ext cx="138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6, 7, 8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1F6261B-2D91-D80B-F69C-20EFF346C8F3}"/>
              </a:ext>
            </a:extLst>
          </p:cNvPr>
          <p:cNvSpPr txBox="1"/>
          <p:nvPr/>
        </p:nvSpPr>
        <p:spPr>
          <a:xfrm>
            <a:off x="8605520" y="3097014"/>
            <a:ext cx="1358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1, 1.5, 2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5D0D61B-C4C1-739C-3952-D7B9C0E2CBF6}"/>
              </a:ext>
            </a:extLst>
          </p:cNvPr>
          <p:cNvSpPr txBox="1"/>
          <p:nvPr/>
        </p:nvSpPr>
        <p:spPr>
          <a:xfrm>
            <a:off x="8178800" y="3885923"/>
            <a:ext cx="452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NO_PARITY, EVEN_PARITY, ODD_PARITY, MARK_PARITY, SPACE_PARITY</a:t>
            </a:r>
          </a:p>
        </p:txBody>
      </p:sp>
    </p:spTree>
    <p:extLst>
      <p:ext uri="{BB962C8B-B14F-4D97-AF65-F5344CB8AC3E}">
        <p14:creationId xmlns:p14="http://schemas.microsoft.com/office/powerpoint/2010/main" val="3728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903DE65-A3B6-893F-5A45-8ECE243F8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304" y="637328"/>
            <a:ext cx="8531391" cy="5753312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82A2FBE-9C0D-ADFA-C78A-1FF3E1C9F8B9}"/>
              </a:ext>
            </a:extLst>
          </p:cNvPr>
          <p:cNvCxnSpPr/>
          <p:nvPr/>
        </p:nvCxnSpPr>
        <p:spPr>
          <a:xfrm>
            <a:off x="3525520" y="637328"/>
            <a:ext cx="0" cy="6631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AA27E09-3415-811F-5923-41C804B08FD7}"/>
              </a:ext>
            </a:extLst>
          </p:cNvPr>
          <p:cNvSpPr txBox="1"/>
          <p:nvPr/>
        </p:nvSpPr>
        <p:spPr>
          <a:xfrm>
            <a:off x="2682240" y="325120"/>
            <a:ext cx="260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/>
              <a:t>jTextField_dataToSend</a:t>
            </a:r>
            <a:endParaRPr lang="es-MX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1134C0-2AB7-5D8E-329B-38D714410E95}"/>
              </a:ext>
            </a:extLst>
          </p:cNvPr>
          <p:cNvSpPr txBox="1"/>
          <p:nvPr/>
        </p:nvSpPr>
        <p:spPr>
          <a:xfrm>
            <a:off x="8869680" y="143748"/>
            <a:ext cx="1666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jButton_send</a:t>
            </a:r>
            <a:endParaRPr lang="es-MX" b="1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CE276D7-3603-C1EC-B188-90BE990E3E51}"/>
              </a:ext>
            </a:extLst>
          </p:cNvPr>
          <p:cNvCxnSpPr/>
          <p:nvPr/>
        </p:nvCxnSpPr>
        <p:spPr>
          <a:xfrm>
            <a:off x="9499600" y="559752"/>
            <a:ext cx="0" cy="6631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80EA20-DED4-DB29-8124-4691EB2E3D38}"/>
              </a:ext>
            </a:extLst>
          </p:cNvPr>
          <p:cNvSpPr txBox="1"/>
          <p:nvPr/>
        </p:nvSpPr>
        <p:spPr>
          <a:xfrm>
            <a:off x="7335520" y="4646414"/>
            <a:ext cx="2600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jComboBox_endLine</a:t>
            </a:r>
            <a:endParaRPr lang="es-MX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F8B68B2-ACB0-347A-8912-FDA26ACB7C92}"/>
              </a:ext>
            </a:extLst>
          </p:cNvPr>
          <p:cNvCxnSpPr>
            <a:cxnSpLocks/>
          </p:cNvCxnSpPr>
          <p:nvPr/>
        </p:nvCxnSpPr>
        <p:spPr>
          <a:xfrm flipV="1">
            <a:off x="9215120" y="5015746"/>
            <a:ext cx="0" cy="7569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B87BA24-469B-CCBF-99CA-4AA40C53137E}"/>
              </a:ext>
            </a:extLst>
          </p:cNvPr>
          <p:cNvSpPr txBox="1"/>
          <p:nvPr/>
        </p:nvSpPr>
        <p:spPr>
          <a:xfrm>
            <a:off x="5110480" y="6410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NONE, NEW LINE (\N), CARRIGE RETURN (\R), BOTH (\N\R)</a:t>
            </a:r>
          </a:p>
        </p:txBody>
      </p:sp>
    </p:spTree>
    <p:extLst>
      <p:ext uri="{BB962C8B-B14F-4D97-AF65-F5344CB8AC3E}">
        <p14:creationId xmlns:p14="http://schemas.microsoft.com/office/powerpoint/2010/main" val="254629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6CC3FB-14B1-14F9-7A4E-34AD5864DD0D}"/>
              </a:ext>
            </a:extLst>
          </p:cNvPr>
          <p:cNvSpPr txBox="1"/>
          <p:nvPr/>
        </p:nvSpPr>
        <p:spPr>
          <a:xfrm>
            <a:off x="812800" y="345440"/>
            <a:ext cx="10393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PASO 3: RECONOCIENDO MIS PUERTOS SERIALES (COM X)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BF8C65-00B0-C452-6D6C-A5BA5D94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380" y="1144046"/>
            <a:ext cx="8306520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9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DC2758-26DA-CC44-9751-8C7721055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89" y="1327053"/>
            <a:ext cx="11297098" cy="327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27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059F958-3C2E-2F49-D65E-18FBFD0D1118}"/>
              </a:ext>
            </a:extLst>
          </p:cNvPr>
          <p:cNvSpPr txBox="1"/>
          <p:nvPr/>
        </p:nvSpPr>
        <p:spPr>
          <a:xfrm>
            <a:off x="782320" y="1674674"/>
            <a:ext cx="10871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        </a:t>
            </a:r>
            <a:r>
              <a:rPr lang="es-MX" sz="2800" dirty="0" err="1"/>
              <a:t>jComboBox_comPort.removeAllItems</a:t>
            </a:r>
            <a:r>
              <a:rPr lang="es-MX" sz="2800" dirty="0"/>
              <a:t>();</a:t>
            </a:r>
          </a:p>
          <a:p>
            <a:r>
              <a:rPr lang="es-MX" sz="2800" dirty="0"/>
              <a:t>        </a:t>
            </a:r>
            <a:r>
              <a:rPr lang="es-MX" sz="2800" dirty="0" err="1"/>
              <a:t>SerialPort</a:t>
            </a:r>
            <a:r>
              <a:rPr lang="es-MX" sz="2800" dirty="0"/>
              <a:t> [] </a:t>
            </a:r>
            <a:r>
              <a:rPr lang="es-MX" sz="2800" dirty="0" err="1"/>
              <a:t>portLists</a:t>
            </a:r>
            <a:r>
              <a:rPr lang="es-MX" sz="2800" dirty="0"/>
              <a:t> = </a:t>
            </a:r>
            <a:r>
              <a:rPr lang="es-MX" sz="2800" dirty="0" err="1"/>
              <a:t>SerialPort.getCommPorts</a:t>
            </a:r>
            <a:r>
              <a:rPr lang="es-MX" sz="2800" dirty="0"/>
              <a:t>();</a:t>
            </a:r>
          </a:p>
          <a:p>
            <a:r>
              <a:rPr lang="es-MX" sz="2800" dirty="0"/>
              <a:t>        </a:t>
            </a:r>
            <a:r>
              <a:rPr lang="es-MX" sz="2800" dirty="0" err="1"/>
              <a:t>for</a:t>
            </a:r>
            <a:r>
              <a:rPr lang="es-MX" sz="2800" dirty="0"/>
              <a:t>(</a:t>
            </a:r>
            <a:r>
              <a:rPr lang="es-MX" sz="2800" dirty="0" err="1"/>
              <a:t>SerialPort</a:t>
            </a:r>
            <a:r>
              <a:rPr lang="es-MX" sz="2800" dirty="0"/>
              <a:t> </a:t>
            </a:r>
            <a:r>
              <a:rPr lang="es-MX" sz="2800" dirty="0" err="1"/>
              <a:t>port</a:t>
            </a:r>
            <a:r>
              <a:rPr lang="es-MX" sz="2800" dirty="0"/>
              <a:t>: </a:t>
            </a:r>
            <a:r>
              <a:rPr lang="es-MX" sz="2800" dirty="0" err="1"/>
              <a:t>portLists</a:t>
            </a:r>
            <a:r>
              <a:rPr lang="es-MX" sz="2800" dirty="0"/>
              <a:t>){</a:t>
            </a:r>
          </a:p>
          <a:p>
            <a:r>
              <a:rPr lang="es-MX" sz="2800" dirty="0"/>
              <a:t>            </a:t>
            </a:r>
            <a:r>
              <a:rPr lang="es-MX" sz="2800" dirty="0" err="1"/>
              <a:t>jComboBox_comPort.addItem</a:t>
            </a:r>
            <a:r>
              <a:rPr lang="es-MX" sz="2800" dirty="0"/>
              <a:t>(</a:t>
            </a:r>
            <a:r>
              <a:rPr lang="es-MX" sz="2800" dirty="0" err="1"/>
              <a:t>port.getSystemPortName</a:t>
            </a:r>
            <a:r>
              <a:rPr lang="es-MX" sz="2800" dirty="0"/>
              <a:t>());</a:t>
            </a:r>
          </a:p>
          <a:p>
            <a:r>
              <a:rPr lang="es-MX" sz="2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023520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2BFD230-3B9A-7EF9-9487-D8616C813CB2}"/>
              </a:ext>
            </a:extLst>
          </p:cNvPr>
          <p:cNvSpPr txBox="1"/>
          <p:nvPr/>
        </p:nvSpPr>
        <p:spPr>
          <a:xfrm>
            <a:off x="1229360" y="568960"/>
            <a:ext cx="957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PASO 4: DEFINIENDO UN PAR DE VARIABLES A OCUPAR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07E6E1F-E8E5-5F9B-A359-81C7DFBBC0A2}"/>
              </a:ext>
            </a:extLst>
          </p:cNvPr>
          <p:cNvSpPr txBox="1"/>
          <p:nvPr/>
        </p:nvSpPr>
        <p:spPr>
          <a:xfrm>
            <a:off x="1351280" y="2428855"/>
            <a:ext cx="8178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MX" sz="3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SerialPort</a:t>
            </a:r>
            <a:r>
              <a:rPr lang="es-MX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MX" sz="3600" dirty="0" err="1"/>
              <a:t>con_serial</a:t>
            </a:r>
            <a:r>
              <a:rPr lang="es-MX" sz="3600" dirty="0"/>
              <a:t>;</a:t>
            </a:r>
          </a:p>
          <a:p>
            <a:r>
              <a:rPr lang="es-MX" sz="3600" dirty="0"/>
              <a:t> </a:t>
            </a:r>
            <a:r>
              <a:rPr lang="es-MX" sz="3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OutputStream</a:t>
            </a:r>
            <a:r>
              <a:rPr lang="es-MX" sz="3600" dirty="0"/>
              <a:t> </a:t>
            </a:r>
            <a:r>
              <a:rPr lang="es-MX" sz="3600" dirty="0" err="1"/>
              <a:t>outputStream</a:t>
            </a:r>
            <a:r>
              <a:rPr lang="es-MX" sz="3600" dirty="0"/>
              <a:t>;</a:t>
            </a:r>
          </a:p>
          <a:p>
            <a:r>
              <a:rPr lang="es-MX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MX" sz="3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String</a:t>
            </a:r>
            <a:r>
              <a:rPr lang="es-MX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MX" sz="3600" dirty="0" err="1"/>
              <a:t>dataBuffer</a:t>
            </a:r>
            <a:r>
              <a:rPr lang="es-MX" sz="3600" dirty="0"/>
              <a:t>="";</a:t>
            </a:r>
          </a:p>
        </p:txBody>
      </p:sp>
    </p:spTree>
    <p:extLst>
      <p:ext uri="{BB962C8B-B14F-4D97-AF65-F5344CB8AC3E}">
        <p14:creationId xmlns:p14="http://schemas.microsoft.com/office/powerpoint/2010/main" val="151753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C93110B-68C2-0BBD-C7C0-654248426BB2}"/>
              </a:ext>
            </a:extLst>
          </p:cNvPr>
          <p:cNvSpPr txBox="1"/>
          <p:nvPr/>
        </p:nvSpPr>
        <p:spPr>
          <a:xfrm>
            <a:off x="1341120" y="609600"/>
            <a:ext cx="909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PASO 5: PROGRAMANDO LOS BOTONES DE CONEXIÓN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02F624-FE0C-98DD-F5EC-9BA2CA4BA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71" y="1496008"/>
            <a:ext cx="8900997" cy="362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5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4CB73A-C86E-C00B-783A-05F72728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75" y="966260"/>
            <a:ext cx="11073450" cy="545485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F17A9CD-9A34-3B02-8AE3-18FCDE052A2E}"/>
              </a:ext>
            </a:extLst>
          </p:cNvPr>
          <p:cNvSpPr txBox="1"/>
          <p:nvPr/>
        </p:nvSpPr>
        <p:spPr>
          <a:xfrm>
            <a:off x="1361440" y="254000"/>
            <a:ext cx="577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err="1"/>
              <a:t>jButton_Open</a:t>
            </a:r>
            <a:endParaRPr lang="es-MX" sz="3200" b="1" dirty="0"/>
          </a:p>
        </p:txBody>
      </p:sp>
    </p:spTree>
    <p:extLst>
      <p:ext uri="{BB962C8B-B14F-4D97-AF65-F5344CB8AC3E}">
        <p14:creationId xmlns:p14="http://schemas.microsoft.com/office/powerpoint/2010/main" val="3124190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3EC2CE9-9E4F-9376-3332-6F1250FAFD89}"/>
              </a:ext>
            </a:extLst>
          </p:cNvPr>
          <p:cNvSpPr txBox="1"/>
          <p:nvPr/>
        </p:nvSpPr>
        <p:spPr>
          <a:xfrm>
            <a:off x="274320" y="181957"/>
            <a:ext cx="1164336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/>
              <a:t>try{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SerialPort</a:t>
            </a:r>
            <a:r>
              <a:rPr lang="es-MX" sz="1600" dirty="0"/>
              <a:t>[] </a:t>
            </a:r>
            <a:r>
              <a:rPr lang="es-MX" sz="1600" dirty="0" err="1"/>
              <a:t>portLists</a:t>
            </a:r>
            <a:r>
              <a:rPr lang="es-MX" sz="1600" dirty="0"/>
              <a:t> = </a:t>
            </a:r>
            <a:r>
              <a:rPr lang="es-MX" sz="1600" dirty="0" err="1"/>
              <a:t>SerialPort.getCommPorts</a:t>
            </a:r>
            <a:r>
              <a:rPr lang="es-MX" sz="1600" dirty="0"/>
              <a:t>();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con_serial</a:t>
            </a:r>
            <a:r>
              <a:rPr lang="es-MX" sz="1600" dirty="0"/>
              <a:t> = </a:t>
            </a:r>
            <a:r>
              <a:rPr lang="es-MX" sz="1600" dirty="0" err="1"/>
              <a:t>portLists</a:t>
            </a:r>
            <a:r>
              <a:rPr lang="es-MX" sz="1600" dirty="0"/>
              <a:t>[</a:t>
            </a:r>
            <a:r>
              <a:rPr lang="es-MX" sz="1600" dirty="0" err="1"/>
              <a:t>jComboBox_comPort.getSelectedIndex</a:t>
            </a:r>
            <a:r>
              <a:rPr lang="es-MX" sz="1600" dirty="0"/>
              <a:t>()];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con_serial.setBaudRate</a:t>
            </a:r>
            <a:r>
              <a:rPr lang="es-MX" sz="1600" dirty="0"/>
              <a:t>(</a:t>
            </a:r>
            <a:r>
              <a:rPr lang="es-MX" sz="1600" dirty="0" err="1"/>
              <a:t>Integer.parseInt</a:t>
            </a:r>
            <a:r>
              <a:rPr lang="es-MX" sz="1600" dirty="0"/>
              <a:t>(</a:t>
            </a:r>
            <a:r>
              <a:rPr lang="es-MX" sz="1600" dirty="0" err="1"/>
              <a:t>jComboBox_BaudRate.getSelectedItem</a:t>
            </a:r>
            <a:r>
              <a:rPr lang="es-MX" sz="1600" dirty="0"/>
              <a:t>().</a:t>
            </a:r>
            <a:r>
              <a:rPr lang="es-MX" sz="1600" dirty="0" err="1"/>
              <a:t>toString</a:t>
            </a:r>
            <a:r>
              <a:rPr lang="es-MX" sz="1600" dirty="0"/>
              <a:t>()));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con_serial.setNumDataBits</a:t>
            </a:r>
            <a:r>
              <a:rPr lang="es-MX" sz="1600" dirty="0"/>
              <a:t>(</a:t>
            </a:r>
            <a:r>
              <a:rPr lang="es-MX" sz="1600" dirty="0" err="1"/>
              <a:t>Integer.parseInt</a:t>
            </a:r>
            <a:r>
              <a:rPr lang="es-MX" sz="1600" dirty="0"/>
              <a:t>(</a:t>
            </a:r>
            <a:r>
              <a:rPr lang="es-MX" sz="1600" dirty="0" err="1"/>
              <a:t>jComboBox_DataBits.getSelectedItem</a:t>
            </a:r>
            <a:r>
              <a:rPr lang="es-MX" sz="1600" dirty="0"/>
              <a:t>().</a:t>
            </a:r>
            <a:r>
              <a:rPr lang="es-MX" sz="1600" dirty="0" err="1"/>
              <a:t>toString</a:t>
            </a:r>
            <a:r>
              <a:rPr lang="es-MX" sz="1600" dirty="0"/>
              <a:t>()));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con_serial.setNumStopBits</a:t>
            </a:r>
            <a:r>
              <a:rPr lang="es-MX" sz="1600" dirty="0"/>
              <a:t>(</a:t>
            </a:r>
            <a:r>
              <a:rPr lang="es-MX" sz="1600" dirty="0" err="1"/>
              <a:t>Integer.parseInt</a:t>
            </a:r>
            <a:r>
              <a:rPr lang="es-MX" sz="1600" dirty="0"/>
              <a:t>(</a:t>
            </a:r>
            <a:r>
              <a:rPr lang="es-MX" sz="1600" dirty="0" err="1"/>
              <a:t>jComboBox_StopBits.getSelectedItem</a:t>
            </a:r>
            <a:r>
              <a:rPr lang="es-MX" sz="1600" dirty="0"/>
              <a:t>().</a:t>
            </a:r>
            <a:r>
              <a:rPr lang="es-MX" sz="1600" dirty="0" err="1"/>
              <a:t>toString</a:t>
            </a:r>
            <a:r>
              <a:rPr lang="es-MX" sz="1600" dirty="0"/>
              <a:t>()));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con_serial.setParity</a:t>
            </a:r>
            <a:r>
              <a:rPr lang="es-MX" sz="1600" dirty="0"/>
              <a:t>(</a:t>
            </a:r>
            <a:r>
              <a:rPr lang="es-MX" sz="1600" dirty="0" err="1"/>
              <a:t>jComboBox_ParityBits.getSelectedIndex</a:t>
            </a:r>
            <a:r>
              <a:rPr lang="es-MX" sz="1600" dirty="0"/>
              <a:t>());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con_serial.openPort</a:t>
            </a:r>
            <a:r>
              <a:rPr lang="es-MX" sz="1600" dirty="0"/>
              <a:t>();</a:t>
            </a:r>
          </a:p>
          <a:p>
            <a:r>
              <a:rPr lang="es-MX" sz="1600" dirty="0"/>
              <a:t>            </a:t>
            </a:r>
          </a:p>
          <a:p>
            <a:r>
              <a:rPr lang="es-MX" sz="1600" dirty="0"/>
              <a:t>            </a:t>
            </a:r>
            <a:r>
              <a:rPr lang="es-MX" sz="1600" dirty="0" err="1"/>
              <a:t>if</a:t>
            </a:r>
            <a:r>
              <a:rPr lang="es-MX" sz="1600" dirty="0"/>
              <a:t>(</a:t>
            </a:r>
            <a:r>
              <a:rPr lang="es-MX" sz="1600" dirty="0" err="1"/>
              <a:t>con_serial.isOpen</a:t>
            </a:r>
            <a:r>
              <a:rPr lang="es-MX" sz="1600" dirty="0"/>
              <a:t>()){</a:t>
            </a:r>
          </a:p>
          <a:p>
            <a:r>
              <a:rPr lang="es-MX" sz="1600" dirty="0"/>
              <a:t>                </a:t>
            </a:r>
            <a:r>
              <a:rPr lang="es-MX" sz="1600" dirty="0" err="1"/>
              <a:t>JOptionPane.showMessageDialog</a:t>
            </a:r>
            <a:r>
              <a:rPr lang="es-MX" sz="1600" dirty="0"/>
              <a:t>(</a:t>
            </a:r>
            <a:r>
              <a:rPr lang="es-MX" sz="1600" dirty="0" err="1"/>
              <a:t>null</a:t>
            </a:r>
            <a:r>
              <a:rPr lang="es-MX" sz="1600" dirty="0"/>
              <a:t>, "Conexión exitosa", "Conexión establecida", </a:t>
            </a:r>
            <a:r>
              <a:rPr lang="es-MX" sz="1600" dirty="0" err="1"/>
              <a:t>JOptionPane.INFORMATION_MESSAGE</a:t>
            </a:r>
            <a:r>
              <a:rPr lang="es-MX" sz="1600" dirty="0"/>
              <a:t>);</a:t>
            </a:r>
          </a:p>
          <a:p>
            <a:r>
              <a:rPr lang="es-MX" sz="1600" dirty="0"/>
              <a:t>                        </a:t>
            </a:r>
            <a:r>
              <a:rPr lang="es-MX" sz="1600" dirty="0" err="1"/>
              <a:t>jComboBox_comPort.setEnabled</a:t>
            </a:r>
            <a:r>
              <a:rPr lang="es-MX" sz="1600" dirty="0"/>
              <a:t>(false);</a:t>
            </a:r>
          </a:p>
          <a:p>
            <a:r>
              <a:rPr lang="es-MX" sz="1600" dirty="0"/>
              <a:t>                        </a:t>
            </a:r>
            <a:r>
              <a:rPr lang="es-MX" sz="1600" dirty="0" err="1"/>
              <a:t>jProgressBar_ComStatus.setValue</a:t>
            </a:r>
            <a:r>
              <a:rPr lang="es-MX" sz="1600" dirty="0"/>
              <a:t>(100);</a:t>
            </a:r>
          </a:p>
          <a:p>
            <a:r>
              <a:rPr lang="es-MX" sz="1600" dirty="0"/>
              <a:t>                        </a:t>
            </a:r>
            <a:r>
              <a:rPr lang="es-MX" sz="1600" dirty="0" err="1"/>
              <a:t>jButton_Close.setEnabled</a:t>
            </a:r>
            <a:r>
              <a:rPr lang="es-MX" sz="1600" dirty="0"/>
              <a:t>(true);</a:t>
            </a:r>
          </a:p>
          <a:p>
            <a:r>
              <a:rPr lang="es-MX" sz="1600" dirty="0"/>
              <a:t>                        </a:t>
            </a:r>
            <a:r>
              <a:rPr lang="es-MX" sz="1600" dirty="0" err="1"/>
              <a:t>jButton_Open.setEnabled</a:t>
            </a:r>
            <a:r>
              <a:rPr lang="es-MX" sz="1600" dirty="0"/>
              <a:t>(false);</a:t>
            </a:r>
          </a:p>
          <a:p>
            <a:r>
              <a:rPr lang="es-MX" sz="1600" dirty="0"/>
              <a:t>                        </a:t>
            </a:r>
            <a:r>
              <a:rPr lang="es-MX" sz="1600" dirty="0" err="1"/>
              <a:t>SerialEventBasedReading</a:t>
            </a:r>
            <a:r>
              <a:rPr lang="es-MX" sz="1600" dirty="0"/>
              <a:t>(</a:t>
            </a:r>
            <a:r>
              <a:rPr lang="es-MX" sz="1600" dirty="0" err="1"/>
              <a:t>con_serial</a:t>
            </a:r>
            <a:r>
              <a:rPr lang="es-MX" sz="1600" dirty="0"/>
              <a:t>);</a:t>
            </a:r>
          </a:p>
          <a:p>
            <a:r>
              <a:rPr lang="es-MX" sz="1600" dirty="0"/>
              <a:t>        </a:t>
            </a:r>
          </a:p>
          <a:p>
            <a:r>
              <a:rPr lang="es-MX" sz="1600" dirty="0"/>
              <a:t>            }</a:t>
            </a:r>
            <a:r>
              <a:rPr lang="es-MX" sz="1600" dirty="0" err="1"/>
              <a:t>else</a:t>
            </a:r>
            <a:r>
              <a:rPr lang="es-MX" sz="1600" dirty="0"/>
              <a:t>{</a:t>
            </a:r>
          </a:p>
          <a:p>
            <a:r>
              <a:rPr lang="es-MX" sz="1600" dirty="0"/>
              <a:t>                   </a:t>
            </a:r>
            <a:r>
              <a:rPr lang="es-MX" sz="1600" dirty="0" err="1"/>
              <a:t>JOptionPane.showMessageDialog</a:t>
            </a:r>
            <a:r>
              <a:rPr lang="es-MX" sz="1600" dirty="0"/>
              <a:t>(</a:t>
            </a:r>
            <a:r>
              <a:rPr lang="es-MX" sz="1600" dirty="0" err="1"/>
              <a:t>null</a:t>
            </a:r>
            <a:r>
              <a:rPr lang="es-MX" sz="1600" dirty="0"/>
              <a:t>, "La conexión falló", "Error en conexión", </a:t>
            </a:r>
            <a:r>
              <a:rPr lang="es-MX" sz="1600" dirty="0" err="1"/>
              <a:t>JOptionPane.ERROR_MESSAGE</a:t>
            </a:r>
            <a:r>
              <a:rPr lang="es-MX" sz="1600" dirty="0"/>
              <a:t>); </a:t>
            </a:r>
          </a:p>
          <a:p>
            <a:r>
              <a:rPr lang="es-MX" sz="1600" dirty="0"/>
              <a:t>            }</a:t>
            </a:r>
          </a:p>
          <a:p>
            <a:r>
              <a:rPr lang="es-MX" sz="1600" dirty="0"/>
              <a:t>            </a:t>
            </a:r>
          </a:p>
          <a:p>
            <a:r>
              <a:rPr lang="es-MX" sz="1600" dirty="0"/>
              <a:t>            </a:t>
            </a:r>
          </a:p>
          <a:p>
            <a:r>
              <a:rPr lang="es-MX" sz="1600" dirty="0"/>
              <a:t>        }catch(</a:t>
            </a:r>
            <a:r>
              <a:rPr lang="es-MX" sz="1600" dirty="0" err="1"/>
              <a:t>Exception</a:t>
            </a:r>
            <a:r>
              <a:rPr lang="es-MX" sz="1600" dirty="0"/>
              <a:t> e){</a:t>
            </a:r>
          </a:p>
          <a:p>
            <a:r>
              <a:rPr lang="es-MX" sz="1600" dirty="0"/>
              <a:t>             </a:t>
            </a:r>
            <a:r>
              <a:rPr lang="es-MX" sz="1600" dirty="0" err="1"/>
              <a:t>JOptionPane.showMessageDialog</a:t>
            </a:r>
            <a:r>
              <a:rPr lang="es-MX" sz="1600" dirty="0"/>
              <a:t>(</a:t>
            </a:r>
            <a:r>
              <a:rPr lang="es-MX" sz="1600" dirty="0" err="1"/>
              <a:t>null</a:t>
            </a:r>
            <a:r>
              <a:rPr lang="es-MX" sz="1600" dirty="0"/>
              <a:t>, </a:t>
            </a:r>
            <a:r>
              <a:rPr lang="es-MX" sz="1600" dirty="0" err="1"/>
              <a:t>e.getMessage</a:t>
            </a:r>
            <a:r>
              <a:rPr lang="es-MX" sz="1600" dirty="0"/>
              <a:t>(), "Error en conexión", </a:t>
            </a:r>
            <a:r>
              <a:rPr lang="es-MX" sz="1600" dirty="0" err="1"/>
              <a:t>JOptionPane.ERROR_MESSAGE</a:t>
            </a:r>
            <a:r>
              <a:rPr lang="es-MX" sz="1600" dirty="0"/>
              <a:t>); </a:t>
            </a:r>
          </a:p>
          <a:p>
            <a:r>
              <a:rPr lang="es-MX" sz="16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731740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0DBAF1-EEDF-B467-27CF-3134A4A97E92}"/>
              </a:ext>
            </a:extLst>
          </p:cNvPr>
          <p:cNvSpPr txBox="1"/>
          <p:nvPr/>
        </p:nvSpPr>
        <p:spPr>
          <a:xfrm>
            <a:off x="1361440" y="254000"/>
            <a:ext cx="577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 err="1"/>
              <a:t>jButton_Close</a:t>
            </a:r>
            <a:endParaRPr lang="es-MX" sz="32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6343EC-A0D0-62C6-F98E-8C2431CA5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54" y="1861206"/>
            <a:ext cx="11504654" cy="196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00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39B9961-23D4-7FC0-C550-17DEC137B457}"/>
              </a:ext>
            </a:extLst>
          </p:cNvPr>
          <p:cNvSpPr txBox="1"/>
          <p:nvPr/>
        </p:nvSpPr>
        <p:spPr>
          <a:xfrm>
            <a:off x="213360" y="1947039"/>
            <a:ext cx="119786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 </a:t>
            </a:r>
            <a:r>
              <a:rPr lang="es-MX" dirty="0" err="1"/>
              <a:t>if</a:t>
            </a:r>
            <a:r>
              <a:rPr lang="es-MX" dirty="0"/>
              <a:t>(</a:t>
            </a:r>
            <a:r>
              <a:rPr lang="es-MX" dirty="0" err="1"/>
              <a:t>con_serial.isOpen</a:t>
            </a:r>
            <a:r>
              <a:rPr lang="es-MX" dirty="0"/>
              <a:t>()){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JOptionPane.showMessageDialog</a:t>
            </a:r>
            <a:r>
              <a:rPr lang="es-MX" dirty="0"/>
              <a:t>(</a:t>
            </a:r>
            <a:r>
              <a:rPr lang="es-MX" dirty="0" err="1"/>
              <a:t>null</a:t>
            </a:r>
            <a:r>
              <a:rPr lang="es-MX" dirty="0"/>
              <a:t>, "Conexión Cerrada", "Conexión cerrada", </a:t>
            </a:r>
            <a:r>
              <a:rPr lang="es-MX" dirty="0" err="1"/>
              <a:t>JOptionPane.INFORMATION_MESSAGE</a:t>
            </a:r>
            <a:r>
              <a:rPr lang="es-MX" dirty="0"/>
              <a:t>);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jComboBox_comPort.setEnabled</a:t>
            </a:r>
            <a:r>
              <a:rPr lang="es-MX" dirty="0"/>
              <a:t>(true);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jProgressBar_ComStatus.setValue</a:t>
            </a:r>
            <a:r>
              <a:rPr lang="es-MX" dirty="0"/>
              <a:t>(0);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jButton_Close.setEnabled</a:t>
            </a:r>
            <a:r>
              <a:rPr lang="es-MX" dirty="0"/>
              <a:t>(false);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jButton_Open.setEnabled</a:t>
            </a:r>
            <a:r>
              <a:rPr lang="es-MX" dirty="0"/>
              <a:t>(true);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con_serial.closePort</a:t>
            </a:r>
            <a:r>
              <a:rPr lang="es-MX" dirty="0"/>
              <a:t>();</a:t>
            </a:r>
          </a:p>
          <a:p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2284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9BCB2F4-B138-B515-4998-9D1198563DCB}"/>
              </a:ext>
            </a:extLst>
          </p:cNvPr>
          <p:cNvSpPr txBox="1"/>
          <p:nvPr/>
        </p:nvSpPr>
        <p:spPr>
          <a:xfrm>
            <a:off x="0" y="-34688"/>
            <a:ext cx="1006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/>
              <a:t>Paso 6: Enviado datos al Puerto Serial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B424DD7-A4AE-E46B-3AB9-C21387B0F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686" y="523012"/>
            <a:ext cx="7263393" cy="627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51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E6E1C76-A793-CC8E-AE92-7EFEF7A77A28}"/>
              </a:ext>
            </a:extLst>
          </p:cNvPr>
          <p:cNvSpPr txBox="1"/>
          <p:nvPr/>
        </p:nvSpPr>
        <p:spPr>
          <a:xfrm>
            <a:off x="406400" y="378609"/>
            <a:ext cx="111048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 err="1"/>
              <a:t>outputStream</a:t>
            </a:r>
            <a:r>
              <a:rPr lang="es-MX" sz="1400" dirty="0"/>
              <a:t> = </a:t>
            </a:r>
            <a:r>
              <a:rPr lang="es-MX" sz="1400" dirty="0" err="1"/>
              <a:t>con_serial.getOutputStream</a:t>
            </a:r>
            <a:r>
              <a:rPr lang="es-MX" sz="1400" dirty="0"/>
              <a:t>();</a:t>
            </a:r>
          </a:p>
          <a:p>
            <a:r>
              <a:rPr lang="es-MX" sz="1400" dirty="0"/>
              <a:t>       </a:t>
            </a:r>
          </a:p>
          <a:p>
            <a:r>
              <a:rPr lang="es-MX" sz="1400" dirty="0"/>
              <a:t>       </a:t>
            </a:r>
            <a:r>
              <a:rPr lang="es-MX" sz="1400" dirty="0" err="1"/>
              <a:t>String</a:t>
            </a:r>
            <a:r>
              <a:rPr lang="es-MX" sz="1400" dirty="0"/>
              <a:t> </a:t>
            </a:r>
            <a:r>
              <a:rPr lang="es-MX" sz="1400" dirty="0" err="1"/>
              <a:t>dataToSend</a:t>
            </a:r>
            <a:r>
              <a:rPr lang="es-MX" sz="1400" dirty="0"/>
              <a:t>="";</a:t>
            </a:r>
          </a:p>
          <a:p>
            <a:r>
              <a:rPr lang="es-MX" sz="1400" dirty="0"/>
              <a:t>       </a:t>
            </a:r>
          </a:p>
          <a:p>
            <a:r>
              <a:rPr lang="es-MX" sz="1400" dirty="0"/>
              <a:t>       switch(</a:t>
            </a:r>
            <a:r>
              <a:rPr lang="es-MX" sz="1400" dirty="0" err="1"/>
              <a:t>jComboBox_endLine.getSelectedIndex</a:t>
            </a:r>
            <a:r>
              <a:rPr lang="es-MX" sz="1400" dirty="0"/>
              <a:t>()){</a:t>
            </a:r>
          </a:p>
          <a:p>
            <a:r>
              <a:rPr lang="es-MX" sz="1400" dirty="0"/>
              <a:t>           </a:t>
            </a:r>
          </a:p>
          <a:p>
            <a:r>
              <a:rPr lang="es-MX" sz="1400" dirty="0"/>
              <a:t>           case 0:</a:t>
            </a:r>
          </a:p>
          <a:p>
            <a:r>
              <a:rPr lang="es-MX" sz="1400" dirty="0"/>
              <a:t>               </a:t>
            </a:r>
            <a:r>
              <a:rPr lang="es-MX" sz="1400" dirty="0" err="1"/>
              <a:t>dataToSend</a:t>
            </a:r>
            <a:r>
              <a:rPr lang="es-MX" sz="1400" dirty="0"/>
              <a:t> = </a:t>
            </a:r>
            <a:r>
              <a:rPr lang="es-MX" sz="1400" dirty="0" err="1"/>
              <a:t>jTextField_dataToSend.getText</a:t>
            </a:r>
            <a:r>
              <a:rPr lang="es-MX" sz="1400" dirty="0"/>
              <a:t>();</a:t>
            </a:r>
          </a:p>
          <a:p>
            <a:r>
              <a:rPr lang="es-MX" sz="1400" dirty="0"/>
              <a:t>               break;</a:t>
            </a:r>
          </a:p>
          <a:p>
            <a:r>
              <a:rPr lang="es-MX" sz="1400" dirty="0"/>
              <a:t>           case 1:</a:t>
            </a:r>
          </a:p>
          <a:p>
            <a:r>
              <a:rPr lang="es-MX" sz="1400" dirty="0"/>
              <a:t>               </a:t>
            </a:r>
            <a:r>
              <a:rPr lang="es-MX" sz="1400" dirty="0" err="1"/>
              <a:t>dataToSend</a:t>
            </a:r>
            <a:r>
              <a:rPr lang="es-MX" sz="1400" dirty="0"/>
              <a:t> = </a:t>
            </a:r>
            <a:r>
              <a:rPr lang="es-MX" sz="1400" dirty="0" err="1"/>
              <a:t>jTextField_dataToSend.getText</a:t>
            </a:r>
            <a:r>
              <a:rPr lang="es-MX" sz="1400" dirty="0"/>
              <a:t>()+"\n";</a:t>
            </a:r>
          </a:p>
          <a:p>
            <a:r>
              <a:rPr lang="es-MX" sz="1400" dirty="0"/>
              <a:t>               break;</a:t>
            </a:r>
          </a:p>
          <a:p>
            <a:r>
              <a:rPr lang="es-MX" sz="1400" dirty="0"/>
              <a:t>           case 2:</a:t>
            </a:r>
          </a:p>
          <a:p>
            <a:r>
              <a:rPr lang="es-MX" sz="1400" dirty="0"/>
              <a:t>               </a:t>
            </a:r>
            <a:r>
              <a:rPr lang="es-MX" sz="1400" dirty="0" err="1"/>
              <a:t>dataToSend</a:t>
            </a:r>
            <a:r>
              <a:rPr lang="es-MX" sz="1400" dirty="0"/>
              <a:t> = </a:t>
            </a:r>
            <a:r>
              <a:rPr lang="es-MX" sz="1400" dirty="0" err="1"/>
              <a:t>jTextField_dataToSend.getText</a:t>
            </a:r>
            <a:r>
              <a:rPr lang="es-MX" sz="1400" dirty="0"/>
              <a:t>()+"\r";</a:t>
            </a:r>
          </a:p>
          <a:p>
            <a:r>
              <a:rPr lang="es-MX" sz="1400" dirty="0"/>
              <a:t>               break;</a:t>
            </a:r>
          </a:p>
          <a:p>
            <a:r>
              <a:rPr lang="es-MX" sz="1400" dirty="0"/>
              <a:t>           case 3:</a:t>
            </a:r>
          </a:p>
          <a:p>
            <a:r>
              <a:rPr lang="es-MX" sz="1400" dirty="0"/>
              <a:t>               </a:t>
            </a:r>
            <a:r>
              <a:rPr lang="es-MX" sz="1400" dirty="0" err="1"/>
              <a:t>dataToSend</a:t>
            </a:r>
            <a:r>
              <a:rPr lang="es-MX" sz="1400" dirty="0"/>
              <a:t> = </a:t>
            </a:r>
            <a:r>
              <a:rPr lang="es-MX" sz="1400" dirty="0" err="1"/>
              <a:t>jTextField_dataToSend.getText</a:t>
            </a:r>
            <a:r>
              <a:rPr lang="es-MX" sz="1400" dirty="0"/>
              <a:t>()+"\n\r";</a:t>
            </a:r>
          </a:p>
          <a:p>
            <a:r>
              <a:rPr lang="es-MX" sz="1400" dirty="0"/>
              <a:t>               break;</a:t>
            </a:r>
          </a:p>
          <a:p>
            <a:r>
              <a:rPr lang="es-MX" sz="1400" dirty="0"/>
              <a:t>       </a:t>
            </a:r>
          </a:p>
          <a:p>
            <a:r>
              <a:rPr lang="es-MX" sz="1400" dirty="0"/>
              <a:t>       }</a:t>
            </a:r>
          </a:p>
          <a:p>
            <a:r>
              <a:rPr lang="es-MX" sz="1400" dirty="0"/>
              <a:t>       </a:t>
            </a:r>
          </a:p>
          <a:p>
            <a:r>
              <a:rPr lang="es-MX" sz="1400" dirty="0"/>
              <a:t>       try{</a:t>
            </a:r>
          </a:p>
          <a:p>
            <a:r>
              <a:rPr lang="es-MX" sz="1400" dirty="0"/>
              <a:t>           </a:t>
            </a:r>
            <a:r>
              <a:rPr lang="es-MX" sz="1400" dirty="0" err="1"/>
              <a:t>outputStream.write</a:t>
            </a:r>
            <a:r>
              <a:rPr lang="es-MX" sz="1400" dirty="0"/>
              <a:t>(</a:t>
            </a:r>
            <a:r>
              <a:rPr lang="es-MX" sz="1400" dirty="0" err="1"/>
              <a:t>dataToSend.getBytes</a:t>
            </a:r>
            <a:r>
              <a:rPr lang="es-MX" sz="1400" dirty="0"/>
              <a:t>());</a:t>
            </a:r>
          </a:p>
          <a:p>
            <a:r>
              <a:rPr lang="es-MX" sz="1400" dirty="0"/>
              <a:t>           </a:t>
            </a:r>
          </a:p>
          <a:p>
            <a:r>
              <a:rPr lang="es-MX" sz="1400" dirty="0"/>
              <a:t>       }catch(</a:t>
            </a:r>
            <a:r>
              <a:rPr lang="es-MX" sz="1400" dirty="0" err="1"/>
              <a:t>Exception</a:t>
            </a:r>
            <a:r>
              <a:rPr lang="es-MX" sz="1400" dirty="0"/>
              <a:t> e){</a:t>
            </a:r>
          </a:p>
          <a:p>
            <a:r>
              <a:rPr lang="es-MX" sz="1400" dirty="0"/>
              <a:t>          </a:t>
            </a:r>
            <a:r>
              <a:rPr lang="es-MX" sz="1400" dirty="0" err="1"/>
              <a:t>JOptionPane.showMessageDialog</a:t>
            </a:r>
            <a:r>
              <a:rPr lang="es-MX" sz="1400" dirty="0"/>
              <a:t>(</a:t>
            </a:r>
            <a:r>
              <a:rPr lang="es-MX" sz="1400" dirty="0" err="1"/>
              <a:t>null</a:t>
            </a:r>
            <a:r>
              <a:rPr lang="es-MX" sz="1400" dirty="0"/>
              <a:t>, </a:t>
            </a:r>
            <a:r>
              <a:rPr lang="es-MX" sz="1400" dirty="0" err="1"/>
              <a:t>e.getMessage</a:t>
            </a:r>
            <a:r>
              <a:rPr lang="es-MX" sz="1400" dirty="0"/>
              <a:t>());</a:t>
            </a:r>
          </a:p>
          <a:p>
            <a:r>
              <a:rPr lang="es-MX" sz="1400" dirty="0"/>
              <a:t>       }</a:t>
            </a:r>
          </a:p>
        </p:txBody>
      </p:sp>
    </p:spTree>
    <p:extLst>
      <p:ext uri="{BB962C8B-B14F-4D97-AF65-F5344CB8AC3E}">
        <p14:creationId xmlns:p14="http://schemas.microsoft.com/office/powerpoint/2010/main" val="1890172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79ECBED-B1EF-F8A6-4E2F-7A1C3902BF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370"/>
          <a:stretch/>
        </p:blipFill>
        <p:spPr>
          <a:xfrm>
            <a:off x="874784" y="754020"/>
            <a:ext cx="7216386" cy="59413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5AC4A82-3E90-ECA0-19C6-5A8A336F535E}"/>
              </a:ext>
            </a:extLst>
          </p:cNvPr>
          <p:cNvSpPr txBox="1"/>
          <p:nvPr/>
        </p:nvSpPr>
        <p:spPr>
          <a:xfrm>
            <a:off x="259715" y="230800"/>
            <a:ext cx="6150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PASO 7: RECIBIENDO DATOS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F043074-4959-BF92-914E-C2A6E2AD3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707" y="1334452"/>
            <a:ext cx="10504660" cy="478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00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117945E-FB8A-3052-95D5-993188A7A24D}"/>
              </a:ext>
            </a:extLst>
          </p:cNvPr>
          <p:cNvSpPr txBox="1"/>
          <p:nvPr/>
        </p:nvSpPr>
        <p:spPr>
          <a:xfrm>
            <a:off x="132080" y="751344"/>
            <a:ext cx="115722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activePort.addDataListener</a:t>
            </a:r>
            <a:r>
              <a:rPr lang="es-MX" dirty="0"/>
              <a:t>(new </a:t>
            </a:r>
            <a:r>
              <a:rPr lang="es-MX" dirty="0" err="1"/>
              <a:t>SerialPortDataListener</a:t>
            </a:r>
            <a:r>
              <a:rPr lang="es-MX" dirty="0"/>
              <a:t>(){</a:t>
            </a:r>
          </a:p>
          <a:p>
            <a:r>
              <a:rPr lang="es-MX" dirty="0"/>
              <a:t>                    @Override</a:t>
            </a:r>
          </a:p>
          <a:p>
            <a:r>
              <a:rPr lang="es-MX" dirty="0"/>
              <a:t>                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int</a:t>
            </a:r>
            <a:r>
              <a:rPr lang="es-MX" dirty="0"/>
              <a:t> </a:t>
            </a:r>
            <a:r>
              <a:rPr lang="es-MX" dirty="0" err="1"/>
              <a:t>getListeningEvents</a:t>
            </a:r>
            <a:r>
              <a:rPr lang="es-MX" dirty="0"/>
              <a:t>() {</a:t>
            </a:r>
          </a:p>
          <a:p>
            <a:r>
              <a:rPr lang="es-MX" dirty="0"/>
              <a:t>                        </a:t>
            </a:r>
            <a:r>
              <a:rPr lang="es-MX" dirty="0" err="1"/>
              <a:t>return</a:t>
            </a:r>
            <a:r>
              <a:rPr lang="es-MX" dirty="0"/>
              <a:t> </a:t>
            </a:r>
            <a:r>
              <a:rPr lang="es-MX" dirty="0" err="1"/>
              <a:t>SerialPort.LISTENING_EVENT_DATA_RECEIVED</a:t>
            </a:r>
            <a:r>
              <a:rPr lang="es-MX" dirty="0"/>
              <a:t>;</a:t>
            </a:r>
          </a:p>
          <a:p>
            <a:r>
              <a:rPr lang="es-MX" dirty="0"/>
              <a:t>                    }</a:t>
            </a:r>
          </a:p>
          <a:p>
            <a:endParaRPr lang="es-MX" dirty="0"/>
          </a:p>
          <a:p>
            <a:r>
              <a:rPr lang="es-MX" dirty="0"/>
              <a:t>                    @Override</a:t>
            </a:r>
          </a:p>
          <a:p>
            <a:r>
              <a:rPr lang="es-MX" dirty="0"/>
              <a:t>                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serialEvent</a:t>
            </a:r>
            <a:r>
              <a:rPr lang="es-MX" dirty="0"/>
              <a:t>(</a:t>
            </a:r>
            <a:r>
              <a:rPr lang="es-MX" dirty="0" err="1"/>
              <a:t>SerialPortEvent</a:t>
            </a:r>
            <a:r>
              <a:rPr lang="es-MX" dirty="0"/>
              <a:t> </a:t>
            </a:r>
            <a:r>
              <a:rPr lang="es-MX" dirty="0" err="1"/>
              <a:t>event</a:t>
            </a:r>
            <a:r>
              <a:rPr lang="es-MX" dirty="0"/>
              <a:t>) {</a:t>
            </a:r>
          </a:p>
          <a:p>
            <a:r>
              <a:rPr lang="es-MX" dirty="0"/>
              <a:t>                                                </a:t>
            </a:r>
          </a:p>
          <a:p>
            <a:r>
              <a:rPr lang="es-MX" dirty="0"/>
              <a:t>                            byte[] </a:t>
            </a:r>
            <a:r>
              <a:rPr lang="es-MX" dirty="0" err="1"/>
              <a:t>newData</a:t>
            </a:r>
            <a:r>
              <a:rPr lang="es-MX" dirty="0"/>
              <a:t>= </a:t>
            </a:r>
            <a:r>
              <a:rPr lang="es-MX" dirty="0" err="1"/>
              <a:t>event.getReceivedData</a:t>
            </a:r>
            <a:r>
              <a:rPr lang="es-MX" dirty="0"/>
              <a:t>();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textoRecibido</a:t>
            </a:r>
            <a:r>
              <a:rPr lang="es-MX" dirty="0"/>
              <a:t> = new </a:t>
            </a:r>
            <a:r>
              <a:rPr lang="es-MX" dirty="0" err="1"/>
              <a:t>String</a:t>
            </a:r>
            <a:r>
              <a:rPr lang="es-MX" dirty="0"/>
              <a:t>(</a:t>
            </a:r>
            <a:r>
              <a:rPr lang="es-MX" dirty="0" err="1"/>
              <a:t>newData</a:t>
            </a:r>
            <a:r>
              <a:rPr lang="es-MX" dirty="0"/>
              <a:t>, StandardCharsets.UTF_8);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dataBuffer</a:t>
            </a:r>
            <a:r>
              <a:rPr lang="es-MX" dirty="0"/>
              <a:t> = </a:t>
            </a:r>
            <a:r>
              <a:rPr lang="es-MX" dirty="0" err="1"/>
              <a:t>dataBuffer+textoRecibido</a:t>
            </a:r>
            <a:r>
              <a:rPr lang="es-MX" dirty="0"/>
              <a:t>;</a:t>
            </a:r>
          </a:p>
          <a:p>
            <a:r>
              <a:rPr lang="es-MX" dirty="0"/>
              <a:t>                            </a:t>
            </a:r>
            <a:r>
              <a:rPr lang="es-MX" dirty="0" err="1"/>
              <a:t>jTextArea_IncomingData.setText</a:t>
            </a:r>
            <a:r>
              <a:rPr lang="es-MX" dirty="0"/>
              <a:t>(</a:t>
            </a:r>
            <a:r>
              <a:rPr lang="es-MX" dirty="0" err="1"/>
              <a:t>dataBuffer</a:t>
            </a:r>
            <a:r>
              <a:rPr lang="es-MX" dirty="0"/>
              <a:t>);</a:t>
            </a:r>
          </a:p>
          <a:p>
            <a:r>
              <a:rPr lang="es-MX" dirty="0"/>
              <a:t>                          </a:t>
            </a:r>
          </a:p>
          <a:p>
            <a:endParaRPr lang="es-MX" dirty="0"/>
          </a:p>
          <a:p>
            <a:r>
              <a:rPr lang="es-MX" dirty="0"/>
              <a:t>                    }</a:t>
            </a:r>
          </a:p>
          <a:p>
            <a:r>
              <a:rPr lang="es-MX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8533992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821</Words>
  <Application>Microsoft Office PowerPoint</Application>
  <PresentationFormat>Panorámica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Isaias Laureano</dc:creator>
  <cp:lastModifiedBy>ambrocio isaias laureano castro</cp:lastModifiedBy>
  <cp:revision>3</cp:revision>
  <dcterms:created xsi:type="dcterms:W3CDTF">2024-04-20T17:41:58Z</dcterms:created>
  <dcterms:modified xsi:type="dcterms:W3CDTF">2025-11-04T00:44:26Z</dcterms:modified>
</cp:coreProperties>
</file>